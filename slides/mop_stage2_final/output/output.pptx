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367c62f03e4f26" /><Relationship Type="http://schemas.openxmlformats.org/officeDocument/2006/relationships/extended-properties" Target="/docProps/app.xml" Id="Rfb9715e498ac4f98" /><Relationship Type="http://schemas.openxmlformats.org/officeDocument/2006/relationships/officeDocument" Target="/ppt/presentation.xml" Id="Rfdd631b8943243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8d06cf781b447c"/>
  </p:sldMasterIdLst>
  <p:notesMasterIdLst>
    <p:notesMasterId xmlns:r="http://schemas.openxmlformats.org/officeDocument/2006/relationships" r:id="R3d7384a93acc4d57"/>
  </p:notesMasterIdLst>
  <p:sldIdLst>
    <p:sldId xmlns:r="http://schemas.openxmlformats.org/officeDocument/2006/relationships" id="256" r:id="Rc7736d1f5b7b4427"/>
    <p:sldId xmlns:r="http://schemas.openxmlformats.org/officeDocument/2006/relationships" id="257" r:id="R02a2ff7692614330"/>
    <p:sldId xmlns:r="http://schemas.openxmlformats.org/officeDocument/2006/relationships" id="258" r:id="R163c3d58cc7c41f5"/>
    <p:sldId xmlns:r="http://schemas.openxmlformats.org/officeDocument/2006/relationships" id="259" r:id="R18c98dd4179749f3"/>
    <p:sldId xmlns:r="http://schemas.openxmlformats.org/officeDocument/2006/relationships" id="260" r:id="R457ffcccfddc4dfe"/>
    <p:sldId xmlns:r="http://schemas.openxmlformats.org/officeDocument/2006/relationships" id="261" r:id="Rf9f913921fbd4314"/>
    <p:sldId xmlns:r="http://schemas.openxmlformats.org/officeDocument/2006/relationships" id="262" r:id="R2abc9531a587477f"/>
    <p:sldId xmlns:r="http://schemas.openxmlformats.org/officeDocument/2006/relationships" id="263" r:id="R78f5c3c2a6d44884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8d06cf781b447c" /><Relationship Type="http://schemas.openxmlformats.org/officeDocument/2006/relationships/theme" Target="/ppt/theme/theme1.xml" Id="Ra5d69aa18277456a" /><Relationship Type="http://schemas.openxmlformats.org/officeDocument/2006/relationships/notesMaster" Target="/ppt/notesMasters/notesMaster1.xml" Id="R3d7384a93acc4d57" /><Relationship Type="http://schemas.openxmlformats.org/officeDocument/2006/relationships/presProps" Target="/ppt/presProps.xml" Id="Rb849d4f2acd949fd" /><Relationship Type="http://schemas.openxmlformats.org/officeDocument/2006/relationships/viewProps" Target="/ppt/viewProps.xml" Id="R0cf63e7f22f349ae" /><Relationship Type="http://schemas.openxmlformats.org/officeDocument/2006/relationships/tableStyles" Target="/ppt/tableStyles.xml" Id="Ra7dbda8b16974f55" /><Relationship Type="http://schemas.openxmlformats.org/officeDocument/2006/relationships/slide" Target="/ppt/slides/slide1.xml" Id="Rc7736d1f5b7b4427" /><Relationship Type="http://schemas.openxmlformats.org/officeDocument/2006/relationships/slide" Target="/ppt/slides/slide2.xml" Id="R02a2ff7692614330" /><Relationship Type="http://schemas.openxmlformats.org/officeDocument/2006/relationships/slide" Target="/ppt/slides/slide3.xml" Id="R163c3d58cc7c41f5" /><Relationship Type="http://schemas.openxmlformats.org/officeDocument/2006/relationships/slide" Target="/ppt/slides/slide4.xml" Id="R18c98dd4179749f3" /><Relationship Type="http://schemas.openxmlformats.org/officeDocument/2006/relationships/slide" Target="/ppt/slides/slide5.xml" Id="R457ffcccfddc4dfe" /><Relationship Type="http://schemas.openxmlformats.org/officeDocument/2006/relationships/slide" Target="/ppt/slides/slide6.xml" Id="Rf9f913921fbd4314" /><Relationship Type="http://schemas.openxmlformats.org/officeDocument/2006/relationships/slide" Target="/ppt/slides/slide7.xml" Id="R2abc9531a587477f" /><Relationship Type="http://schemas.openxmlformats.org/officeDocument/2006/relationships/slide" Target="/ppt/slides/slide8.xml" Id="R78f5c3c2a6d448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af9f596aef44b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a36200c36148ee" /><Relationship Type="http://schemas.openxmlformats.org/officeDocument/2006/relationships/notesMaster" Target="/ppt/notesMasters/notesMaster1.xml" Id="R6e6a56b3f41941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d935c0978643ad" /><Relationship Type="http://schemas.openxmlformats.org/officeDocument/2006/relationships/notesMaster" Target="/ppt/notesMasters/notesMaster1.xml" Id="R6559791c27784b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4c2053d07a4459" /><Relationship Type="http://schemas.openxmlformats.org/officeDocument/2006/relationships/notesMaster" Target="/ppt/notesMasters/notesMaster1.xml" Id="R091aee61d4334c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530d966472466e" /><Relationship Type="http://schemas.openxmlformats.org/officeDocument/2006/relationships/notesMaster" Target="/ppt/notesMasters/notesMaster1.xml" Id="R485d44ace2ef4f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beeb13243b44c91" /><Relationship Type="http://schemas.openxmlformats.org/officeDocument/2006/relationships/notesMaster" Target="/ppt/notesMasters/notesMaster1.xml" Id="Rb37ac1a1ef9e49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841e9c63bc4f64" /><Relationship Type="http://schemas.openxmlformats.org/officeDocument/2006/relationships/notesMaster" Target="/ppt/notesMasters/notesMaster1.xml" Id="Re8bd1d54415849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9d632f216c466d" /><Relationship Type="http://schemas.openxmlformats.org/officeDocument/2006/relationships/notesMaster" Target="/ppt/notesMasters/notesMaster1.xml" Id="Rc7efebf4f53548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69403cc5ac4da4" /><Relationship Type="http://schemas.openxmlformats.org/officeDocument/2006/relationships/notesMaster" Target="/ppt/notesMasters/notesMaster1.xml" Id="R15313e4cf88443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a2280b002c491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eeef53fa7744953" /><Relationship Type="http://schemas.openxmlformats.org/officeDocument/2006/relationships/slideLayout" Target="/ppt/slideLayouts/slideLayout2.xml" Id="R7be917e06d854b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e917e06d854b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fb216f6f2446d4" /><Relationship Type="http://schemas.openxmlformats.org/officeDocument/2006/relationships/notesSlide" Target="/ppt/notesSlides/notesSlide1.xml" Id="R0aec66ed42b843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062c8ccfd1439d" /><Relationship Type="http://schemas.openxmlformats.org/officeDocument/2006/relationships/notesSlide" Target="/ppt/notesSlides/notesSlide2.xml" Id="R48e03f19867648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c3d3667a8547a8" /><Relationship Type="http://schemas.openxmlformats.org/officeDocument/2006/relationships/notesSlide" Target="/ppt/notesSlides/notesSlide3.xml" Id="R8c85b09d1f8b4d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5625136f6d4044" /><Relationship Type="http://schemas.openxmlformats.org/officeDocument/2006/relationships/image" Target="/ppt/media/image.png" Id="Ra759e270e5084855" /><Relationship Type="http://schemas.openxmlformats.org/officeDocument/2006/relationships/notesSlide" Target="/ppt/notesSlides/notesSlide4.xml" Id="R33fdc2ca946f49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6df88e891145aa" /><Relationship Type="http://schemas.openxmlformats.org/officeDocument/2006/relationships/image" Target="/ppt/media/image2.png" Id="R24d1e100f7004be4" /><Relationship Type="http://schemas.openxmlformats.org/officeDocument/2006/relationships/notesSlide" Target="/ppt/notesSlides/notesSlide5.xml" Id="Rcb6d399894ee41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645b9c289d446e" /><Relationship Type="http://schemas.openxmlformats.org/officeDocument/2006/relationships/image" Target="/ppt/media/image3.png" Id="R83110ef1ab7444fa" /><Relationship Type="http://schemas.openxmlformats.org/officeDocument/2006/relationships/notesSlide" Target="/ppt/notesSlides/notesSlide6.xml" Id="R6b647035c4bb41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e8877afec3491a" /><Relationship Type="http://schemas.openxmlformats.org/officeDocument/2006/relationships/notesSlide" Target="/ppt/notesSlides/notesSlide7.xml" Id="R9db72978ef6f42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b8555e68114e1e" /><Relationship Type="http://schemas.openxmlformats.org/officeDocument/2006/relationships/notesSlide" Target="/ppt/notesSlides/notesSlide8.xml" Id="R4ade0bfe7e9c414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E85C540-6054-47D5-AB01-EF638CF8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D1DE38CC-447C-423A-A69C-88A631ED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74CD6947-ADFB-44CE-826A-4A71C41B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8840A80B-3A72-48BD-A7B6-C69CD3CE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42BF373C-82D0-493A-981E-2DAE3F4D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A06284F7-07AE-4932-A869-CBEC7B91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828B7ED5-5095-4E98-9924-A86EE9B9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7E3FB207-B7EC-418F-A3E4-8A4E1A77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9746369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84B238-6F2B-4423-AD08-3B37DA5F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F231385-04B9-4A54-AD23-F0668779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84120686-88C8-4DFF-BB71-81B12F62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FC945FEA-0CDE-405E-8F62-8C003C9E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C1AD7BC4-B9FA-4B78-8E9C-EC9F5969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8CBD249C-CE55-4261-B95C-14A20EEB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D1061793-605F-4CA5-93BC-8543EE45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AE05A1C9-5E5D-48E3-9AA7-759A5A72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F04DF201-4F47-431B-88A3-6C217DEA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18AFF89C-5AE0-49EE-BB9A-C5CE8D8C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34C33073-53A3-414F-B6C6-C46B4A12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3B8C8E93-B4E3-46D9-87DD-82CBC685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0F4D6EB9-336C-4103-ADDA-B7AD68F3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73CE3D50-DE83-4604-A344-9FC32B38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2300079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E2CEED-AEB7-4AE3-B4D8-6D935C1F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1A5F905-9145-45E2-AF6E-0FC65A18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BF8ABBC1-1E20-4CB4-8A0C-E789DD33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794088DC-F9DC-4EA0-95EE-B0B128DE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23A4C596-B423-4D31-93F6-DE4C19FE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Most candidate iterations: 3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B9717D3F-8939-476C-9AA7-58C6680C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Promising candidates: 10 training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DE45AF3C-9306-474F-B97C-F70CF546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Final training-split validation: 13 traces</a:t>
            </a:r>
          </a:p>
        </p:txBody>
      </p:sp>
      <p:sp>
        <p:nvSpPr>
          <p:cNvPr id="8" name="bullet-5">
            <a:extLst xmlns:a="http://schemas.openxmlformats.org/drawingml/2006/main">
              <a:ext uri="{FF2B5EF4-FFF2-40B4-BE49-F238E27FC236}">
                <a16:creationId xmlns:a16="http://schemas.microsoft.com/office/drawing/2014/main" id="{6520B7E4-268E-4E71-B332-B23972D1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72FD7B87-1180-41C8-88CA-801AB9F0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10" name="bullet-1">
            <a:extLst xmlns:a="http://schemas.openxmlformats.org/drawingml/2006/main">
              <a:ext uri="{FF2B5EF4-FFF2-40B4-BE49-F238E27FC236}">
                <a16:creationId xmlns:a16="http://schemas.microsoft.com/office/drawing/2014/main" id="{316A26A5-1B38-4A38-B2BE-AACF9BBB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F61C8342-32F3-4E90-BD85-FB4A7E7B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241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WinnerTakeAll: use the previous-epoch winner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F77112A6-73D4-4288-8EB9-EEBFDDBE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813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OneShotFit: probe once, then keep the early winner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6C7D695C-926D-4586-B81B-7413EC74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576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AthenaMAB: Athena's bandit router baseline</a:t>
            </a:r>
          </a:p>
        </p:txBody>
      </p:sp>
      <p:sp>
        <p:nvSpPr>
          <p:cNvPr id="14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D033FAE2-D268-4C8B-8F96-95D639FE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124950"/>
            <a:ext cx="165354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simulator evidence in the submitted artifact.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163671722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CE1212-06AB-4EDA-963E-BBF8AB3D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688DAB7-64A7-4D9E-8B7A-547064B3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Dark blue marks the per-trace best expert.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9e270e5084855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49278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50C5F1-124B-4323-9469-C2C6ACE5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D32F41D-419C-4F7E-B52A-5B47FC09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Each trace row is ordered Expert 1, Expert 2, MoP-V1, then MoP-V2.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1e100f7004be4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01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2DFA68-8E6B-41D3-873A-322333EA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FC2D888-7CFC-4529-A6BD-6EBEF15C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Faint dashed lines are score-selected incumbent IPC. Solid lines are best IPC seen so far.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10ef1ab7444fa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9208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0F5E5E-8E21-4AEC-83E1-AD2F55D4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DD0FDA8-8B04-4353-90D0-D29DB3CC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 Weighted score combines best-expert closeness, IPC, weaker-prefetcher margin, and tail-loss penalties.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C32996A6-0B53-4874-988D-B440C8A4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9C16E75B-B7CB-4662-AE5A-287EAC50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488778DA-31E4-4B18-8788-73E5732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D4ED2043-FD0C-4DA1-9EEA-33FB4887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51F869DE-20F8-47C2-860D-63C7DF0C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CA9DF642-2564-4598-B5F8-41BFF1C7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2E2673D8-A6E8-468C-BCE7-CAB47994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365C386C-4897-4712-9636-A4E4CD8F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F3166050-883F-4BFE-A803-799DF8EF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990BD278-ABD3-4F9D-A611-9E02F2BE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993C976F-C5F6-4BB8-817E-DA24320D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Invalid or crashed candidates received the configured failure score and stayed in the audit ledger.</a:t>
            </a:r>
          </a:p>
        </p:txBody>
      </p:sp>
    </p:spTree>
    <p:extLst>
      <p:ext uri="{BB962C8B-B14F-4D97-AF65-F5344CB8AC3E}">
        <p14:creationId xmlns:p14="http://schemas.microsoft.com/office/powerpoint/2010/main" val="47676101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28B180-30AD-45EA-9E87-E5132050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FC63F8AA-ABB6-4EE5-816A-6ED5B878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ADB82CCE-352D-44E5-8E6C-489DAC1F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24008145-5757-4914-B1D3-9A4774EA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45604809-E4A3-4666-AFB8-0E2CD93E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062DEF26-74B1-4D91-A244-EF6EA3AE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012A2B8D-DE82-419D-8248-0474DCBD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1620496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2026-04-30T15:45:45.9690000Z</dcterms:created>
  <dcterms:modified xsi:type="dcterms:W3CDTF">2026-04-30T15:45:45.9690000Z</dcterms:modified>
</coreProperties>
</file>