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19643be3e7498c" /><Relationship Type="http://schemas.openxmlformats.org/officeDocument/2006/relationships/extended-properties" Target="/docProps/app.xml" Id="R4383d089da3e4f5a" /><Relationship Type="http://schemas.openxmlformats.org/officeDocument/2006/relationships/officeDocument" Target="/ppt/presentation.xml" Id="R733ae151bbbb4f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69f911492d4536"/>
  </p:sldMasterIdLst>
  <p:notesMasterIdLst>
    <p:notesMasterId xmlns:r="http://schemas.openxmlformats.org/officeDocument/2006/relationships" r:id="R525ab306be8642e2"/>
  </p:notesMasterIdLst>
  <p:sldIdLst>
    <p:sldId xmlns:r="http://schemas.openxmlformats.org/officeDocument/2006/relationships" id="256" r:id="R5ab54ac3ab8b406b"/>
    <p:sldId xmlns:r="http://schemas.openxmlformats.org/officeDocument/2006/relationships" id="257" r:id="R37a20a67f7e94191"/>
    <p:sldId xmlns:r="http://schemas.openxmlformats.org/officeDocument/2006/relationships" id="258" r:id="R1139a747e2eb4473"/>
    <p:sldId xmlns:r="http://schemas.openxmlformats.org/officeDocument/2006/relationships" id="259" r:id="R20b0ae66009d4aaa"/>
    <p:sldId xmlns:r="http://schemas.openxmlformats.org/officeDocument/2006/relationships" id="260" r:id="R118f3ac2c43b44a8"/>
    <p:sldId xmlns:r="http://schemas.openxmlformats.org/officeDocument/2006/relationships" id="261" r:id="R1b1c737912834c9b"/>
    <p:sldId xmlns:r="http://schemas.openxmlformats.org/officeDocument/2006/relationships" id="262" r:id="Rad3c13aba11e4684"/>
    <p:sldId xmlns:r="http://schemas.openxmlformats.org/officeDocument/2006/relationships" id="263" r:id="R07d9a4d458874ba9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69f911492d4536" /><Relationship Type="http://schemas.openxmlformats.org/officeDocument/2006/relationships/theme" Target="/ppt/theme/theme1.xml" Id="R50454eb2bd2a49d9" /><Relationship Type="http://schemas.openxmlformats.org/officeDocument/2006/relationships/notesMaster" Target="/ppt/notesMasters/notesMaster1.xml" Id="R525ab306be8642e2" /><Relationship Type="http://schemas.openxmlformats.org/officeDocument/2006/relationships/presProps" Target="/ppt/presProps.xml" Id="R1782377840cb4901" /><Relationship Type="http://schemas.openxmlformats.org/officeDocument/2006/relationships/viewProps" Target="/ppt/viewProps.xml" Id="R1f76a77b866b4c0f" /><Relationship Type="http://schemas.openxmlformats.org/officeDocument/2006/relationships/tableStyles" Target="/ppt/tableStyles.xml" Id="R0ace71ff8fb94f4e" /><Relationship Type="http://schemas.openxmlformats.org/officeDocument/2006/relationships/slide" Target="/ppt/slides/slide1.xml" Id="R5ab54ac3ab8b406b" /><Relationship Type="http://schemas.openxmlformats.org/officeDocument/2006/relationships/slide" Target="/ppt/slides/slide2.xml" Id="R37a20a67f7e94191" /><Relationship Type="http://schemas.openxmlformats.org/officeDocument/2006/relationships/slide" Target="/ppt/slides/slide3.xml" Id="R1139a747e2eb4473" /><Relationship Type="http://schemas.openxmlformats.org/officeDocument/2006/relationships/slide" Target="/ppt/slides/slide4.xml" Id="R20b0ae66009d4aaa" /><Relationship Type="http://schemas.openxmlformats.org/officeDocument/2006/relationships/slide" Target="/ppt/slides/slide5.xml" Id="R118f3ac2c43b44a8" /><Relationship Type="http://schemas.openxmlformats.org/officeDocument/2006/relationships/slide" Target="/ppt/slides/slide6.xml" Id="R1b1c737912834c9b" /><Relationship Type="http://schemas.openxmlformats.org/officeDocument/2006/relationships/slide" Target="/ppt/slides/slide7.xml" Id="Rad3c13aba11e4684" /><Relationship Type="http://schemas.openxmlformats.org/officeDocument/2006/relationships/slide" Target="/ppt/slides/slide8.xml" Id="R07d9a4d458874b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c06af148fe647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3d9d9452d9413e" /><Relationship Type="http://schemas.openxmlformats.org/officeDocument/2006/relationships/notesMaster" Target="/ppt/notesMasters/notesMaster1.xml" Id="Rb26c22acde9e49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67f41f30d1443e" /><Relationship Type="http://schemas.openxmlformats.org/officeDocument/2006/relationships/notesMaster" Target="/ppt/notesMasters/notesMaster1.xml" Id="Rccf5e9f2d8f84f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7c029ac08e4905" /><Relationship Type="http://schemas.openxmlformats.org/officeDocument/2006/relationships/notesMaster" Target="/ppt/notesMasters/notesMaster1.xml" Id="Ra8afbfe7366d45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1d9d57c9e04485" /><Relationship Type="http://schemas.openxmlformats.org/officeDocument/2006/relationships/notesMaster" Target="/ppt/notesMasters/notesMaster1.xml" Id="Rf067f363db9d4f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5f311021634525" /><Relationship Type="http://schemas.openxmlformats.org/officeDocument/2006/relationships/notesMaster" Target="/ppt/notesMasters/notesMaster1.xml" Id="R242f251c4e5147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93649e52ad49a6" /><Relationship Type="http://schemas.openxmlformats.org/officeDocument/2006/relationships/notesMaster" Target="/ppt/notesMasters/notesMaster1.xml" Id="Rbffb37f7423b42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e75c6df6b4460e" /><Relationship Type="http://schemas.openxmlformats.org/officeDocument/2006/relationships/notesMaster" Target="/ppt/notesMasters/notesMaster1.xml" Id="Re841fd417d4e47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a679fd9e8645df" /><Relationship Type="http://schemas.openxmlformats.org/officeDocument/2006/relationships/notesMaster" Target="/ppt/notesMasters/notesMaster1.xml" Id="R3f607e79fbb242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f02d8bf6c749a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492f89a87cc4a40" /><Relationship Type="http://schemas.openxmlformats.org/officeDocument/2006/relationships/slideLayout" Target="/ppt/slideLayouts/slideLayout2.xml" Id="R370a2d495ae84f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0a2d495ae84f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429176164b4405" /><Relationship Type="http://schemas.openxmlformats.org/officeDocument/2006/relationships/notesSlide" Target="/ppt/notesSlides/notesSlide1.xml" Id="Re77467b456ca4b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47b954da5d470f" /><Relationship Type="http://schemas.openxmlformats.org/officeDocument/2006/relationships/notesSlide" Target="/ppt/notesSlides/notesSlide2.xml" Id="R2cdd485b322447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fb3bb8df7b498d" /><Relationship Type="http://schemas.openxmlformats.org/officeDocument/2006/relationships/notesSlide" Target="/ppt/notesSlides/notesSlide3.xml" Id="Rc73a31adb83942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70d8610b834b70" /><Relationship Type="http://schemas.openxmlformats.org/officeDocument/2006/relationships/image" Target="/ppt/media/image.png" Id="Rb6eb624e6bed43c6" /><Relationship Type="http://schemas.openxmlformats.org/officeDocument/2006/relationships/notesSlide" Target="/ppt/notesSlides/notesSlide4.xml" Id="R2ee0c6eab9b946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f7d1cbc4d349e1" /><Relationship Type="http://schemas.openxmlformats.org/officeDocument/2006/relationships/image" Target="/ppt/media/image2.png" Id="Rc45661af8d934617" /><Relationship Type="http://schemas.openxmlformats.org/officeDocument/2006/relationships/notesSlide" Target="/ppt/notesSlides/notesSlide5.xml" Id="R0d3ab41f1aa649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af032d40ea4c28" /><Relationship Type="http://schemas.openxmlformats.org/officeDocument/2006/relationships/image" Target="/ppt/media/image3.png" Id="Re8aa4613c0e845af" /><Relationship Type="http://schemas.openxmlformats.org/officeDocument/2006/relationships/notesSlide" Target="/ppt/notesSlides/notesSlide6.xml" Id="R73498d773c6e44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142368f3424ca8" /><Relationship Type="http://schemas.openxmlformats.org/officeDocument/2006/relationships/notesSlide" Target="/ppt/notesSlides/notesSlide7.xml" Id="R0473d4ff85704c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de7735cb1f4ffb" /><Relationship Type="http://schemas.openxmlformats.org/officeDocument/2006/relationships/notesSlide" Target="/ppt/notesSlides/notesSlide8.xml" Id="Rc8ab2cb6923841b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04842F8-13F0-49CA-94FB-78911723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8B6A56EF-ACF5-4A7B-BE32-311734B2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2E3A7692-5574-4B0C-A94F-B43489F4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best expert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1AD879E6-B6CF-48F6-9D33-74940967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95C5C27B-31BC-4C81-A5D2-DA19884B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2BCCED98-2B17-479C-9FBB-239B8AC3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DBBC1A02-655C-49D4-83C5-0545EE3F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4987FD90-0063-42A0-83F9-754BE822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19589372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C07125-37CB-4DB4-8BC9-2DF696A9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CB0A143-1522-4015-B6A5-77AF7C19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26D257C6-DCA9-461F-BEED-9DC1ACC5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29D32503-7DF1-41D5-8841-EE08C28A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BC6C7295-0D78-498E-8932-483114B6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2842230B-4F91-4C6C-8348-AC132E85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BAAEED9A-7FA0-46BE-A028-899BB117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4D79007E-73CF-4F3F-872F-641C19FB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77F80584-C12B-4511-A9EC-6E390B38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8312EEE0-7FC9-45BF-A0CD-C7EC508B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05D53889-931C-495D-AAAE-4AB2210B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94B0F1CE-F555-40F3-96FF-FEC839ED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F268CF17-51C1-4255-B79E-360906E9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21DFE1AA-2741-46DE-9135-B89DFCE2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200030713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312A3B-A6A8-4212-9281-001BBA61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A1E48ED5-CCE4-4AC9-8EBC-7842F1C0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C21EB791-4DCF-409D-A642-2D97F96C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75CB7F39-1947-4056-B905-20C080EA3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3109ABD6-515E-4976-A13A-8CB80446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Most candidate iterations: 3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1690D3D3-C554-46FC-8D58-D47BDCD5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Promising candidates: 10 training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8D7178FA-5BA6-479F-86CD-EE1A6224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Final training-split validation: 13 traces</a:t>
            </a:r>
          </a:p>
        </p:txBody>
      </p:sp>
      <p:sp>
        <p:nvSpPr>
          <p:cNvPr id="8" name="bullet-5">
            <a:extLst xmlns:a="http://schemas.openxmlformats.org/drawingml/2006/main">
              <a:ext uri="{FF2B5EF4-FFF2-40B4-BE49-F238E27FC236}">
                <a16:creationId xmlns:a16="http://schemas.microsoft.com/office/drawing/2014/main" id="{332AB083-C940-48DC-ABAE-3B10091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7200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30AD1104-228E-4BA0-AE7F-610ECE25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10" name="bullet-1">
            <a:extLst xmlns:a="http://schemas.openxmlformats.org/drawingml/2006/main">
              <a:ext uri="{FF2B5EF4-FFF2-40B4-BE49-F238E27FC236}">
                <a16:creationId xmlns:a16="http://schemas.microsoft.com/office/drawing/2014/main" id="{E01C0F83-1F67-4473-ADAC-AF734BDB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Best expert: max(MLOP, SPP+PPF) per trace</a:t>
            </a:r>
          </a:p>
        </p:txBody>
      </p:sp>
      <p:sp>
        <p:nvSpPr>
          <p:cNvPr id="11" name="bullet-2">
            <a:extLst xmlns:a="http://schemas.openxmlformats.org/drawingml/2006/main">
              <a:ext uri="{FF2B5EF4-FFF2-40B4-BE49-F238E27FC236}">
                <a16:creationId xmlns:a16="http://schemas.microsoft.com/office/drawing/2014/main" id="{0C272645-435F-4475-B9C8-6CD6260D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241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WinnerTakeAll: use the previous-epoch winner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7B60406E-BEA3-45D0-A41C-2B090985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8135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OneShotFit: probe once, then keep the early winner</a:t>
            </a:r>
          </a:p>
        </p:txBody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EFF426E2-1684-4B17-BB0D-8E63BAC3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57600"/>
            <a:ext cx="8801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000000"/>
                </a:solidFill>
              </a:defRPr>
            </a:pPr>
            <a:r>
              <a:rPr sz="2100">
                <a:solidFill>
                  <a:srgbClr val="000000"/>
                </a:solidFill>
              </a:rPr>
              <a:t>AthenaMAB: Athena's bandit router baseline</a:t>
            </a:r>
          </a:p>
        </p:txBody>
      </p:sp>
      <p:sp>
        <p:nvSpPr>
          <p:cNvPr id="14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52C2C8AD-6285-48C3-9406-F6479B81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124950"/>
            <a:ext cx="165354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simulator evidence in the submitted artifact.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98634225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6A2238-A3F3-4060-A987-776B75E6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B6CACE4-73AE-4028-A81F-F826DE9C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Yellow marks show the per-trace best expert.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b624e6bed43c6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02276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267DDB-8E7A-4155-8B20-BCB2C543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F7B64AD-73B5-4620-981C-E15BCC3E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Horizontal bars compare MLOP, SPP+PPF, MoP-V1, and MoP-V2 on each heldout trace.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661af8d934617"/>
          <a:stretch xmlns:a="http://schemas.openxmlformats.org/drawingml/2006/main"/>
        </p:blipFill>
        <p:spPr>
          <a:xfrm xmlns:a="http://schemas.openxmlformats.org/drawingml/2006/main">
            <a:off x="1574202" y="1710690"/>
            <a:ext cx="15139595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9150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A6B293-8E6A-4A99-B971-A5DCC68C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81F8880-A2D9-4E4E-872B-25E16B2F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Faint dashed lines are score-selected incumbent IPC. Solid lines are best IPC seen so far.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a4613c0e845af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64642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CADD791-C915-491C-BA7F-9BE31A36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708BF2E-3DF6-499E-BC14-84183970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 Weighted score combines best-expert closeness, IPC, weaker-prefetcher margin, and tail-loss penalties.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A080C14A-EBFD-4233-9AD1-B4612FD7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FF1B4997-3DA8-456F-8DCC-D4615603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95F2ECF5-E4BD-4A8E-BC16-844BFF5A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B3A583E9-E943-4196-A5F5-9FF8A5EB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687C08A9-BAD2-43AA-B9AE-B3F15770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C648851A-7539-4AED-B86E-FD751FEE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2D5504E1-0905-4849-8A5C-88E35DB4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8411D9CF-F82C-4B50-AA46-A3E80E13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4388D130-623E-4F24-92B7-48151E7E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A1FE0D1D-36AF-4AE3-86EA-FB477D39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6779B243-AF73-4E35-A897-8A5CDCB7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Invalid or crashed candidates received the configured failure score and stayed in the audit ledger.</a:t>
            </a:r>
          </a:p>
        </p:txBody>
      </p:sp>
    </p:spTree>
    <p:extLst>
      <p:ext uri="{BB962C8B-B14F-4D97-AF65-F5344CB8AC3E}">
        <p14:creationId xmlns:p14="http://schemas.microsoft.com/office/powerpoint/2010/main" val="171303704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370412-37AF-4586-8CA0-4854D3DB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E2A10BF2-0BF8-4A2D-B1B0-7664A088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6B0CADB3-D1AC-4622-B107-9DF56793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A74C144B-DDCD-4EFB-AE2A-A2489EF6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8577D07C-AD29-40CA-B993-8703F895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A9ED7E0C-DBAF-4FE6-8912-C0D6D438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best expert result stays as a separate reference,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3391A94A-DD80-41E9-93A5-7E61C4E2E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4141748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2026-04-30T14:55:55.3650000Z</dcterms:created>
  <dcterms:modified xsi:type="dcterms:W3CDTF">2026-04-30T14:55:55.3650000Z</dcterms:modified>
</coreProperties>
</file>