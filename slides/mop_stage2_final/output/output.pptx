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760e24bd864c51" /><Relationship Type="http://schemas.openxmlformats.org/officeDocument/2006/relationships/extended-properties" Target="/docProps/app.xml" Id="R86e0ec66966c46ee" /><Relationship Type="http://schemas.openxmlformats.org/officeDocument/2006/relationships/officeDocument" Target="/ppt/presentation.xml" Id="Reb652b9cafc44f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7ea5b5fba541e7"/>
  </p:sldMasterIdLst>
  <p:notesMasterIdLst>
    <p:notesMasterId xmlns:r="http://schemas.openxmlformats.org/officeDocument/2006/relationships" r:id="Rcaa9089045eb4ea3"/>
  </p:notesMasterIdLst>
  <p:sldIdLst>
    <p:sldId xmlns:r="http://schemas.openxmlformats.org/officeDocument/2006/relationships" id="256" r:id="R541fef04852c485e"/>
    <p:sldId xmlns:r="http://schemas.openxmlformats.org/officeDocument/2006/relationships" id="257" r:id="R86a59238c36246b1"/>
    <p:sldId xmlns:r="http://schemas.openxmlformats.org/officeDocument/2006/relationships" id="258" r:id="R2e4970b645d745c7"/>
    <p:sldId xmlns:r="http://schemas.openxmlformats.org/officeDocument/2006/relationships" id="259" r:id="Reed6a62ee5974450"/>
    <p:sldId xmlns:r="http://schemas.openxmlformats.org/officeDocument/2006/relationships" id="260" r:id="Rb032cefd191f4b88"/>
    <p:sldId xmlns:r="http://schemas.openxmlformats.org/officeDocument/2006/relationships" id="261" r:id="R9980df2e40fa4837"/>
    <p:sldId xmlns:r="http://schemas.openxmlformats.org/officeDocument/2006/relationships" id="262" r:id="Re37d376f8b9a4df7"/>
    <p:sldId xmlns:r="http://schemas.openxmlformats.org/officeDocument/2006/relationships" id="263" r:id="Rdf5c3f8aa7d54882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7ea5b5fba541e7" /><Relationship Type="http://schemas.openxmlformats.org/officeDocument/2006/relationships/theme" Target="/ppt/theme/theme1.xml" Id="R99a2887ceb8c4265" /><Relationship Type="http://schemas.openxmlformats.org/officeDocument/2006/relationships/notesMaster" Target="/ppt/notesMasters/notesMaster1.xml" Id="Rcaa9089045eb4ea3" /><Relationship Type="http://schemas.openxmlformats.org/officeDocument/2006/relationships/presProps" Target="/ppt/presProps.xml" Id="Rb0d558165af14519" /><Relationship Type="http://schemas.openxmlformats.org/officeDocument/2006/relationships/viewProps" Target="/ppt/viewProps.xml" Id="Rff375191c6584126" /><Relationship Type="http://schemas.openxmlformats.org/officeDocument/2006/relationships/tableStyles" Target="/ppt/tableStyles.xml" Id="Rf3bfd44e80994e1c" /><Relationship Type="http://schemas.openxmlformats.org/officeDocument/2006/relationships/slide" Target="/ppt/slides/slide1.xml" Id="R541fef04852c485e" /><Relationship Type="http://schemas.openxmlformats.org/officeDocument/2006/relationships/slide" Target="/ppt/slides/slide2.xml" Id="R86a59238c36246b1" /><Relationship Type="http://schemas.openxmlformats.org/officeDocument/2006/relationships/slide" Target="/ppt/slides/slide3.xml" Id="R2e4970b645d745c7" /><Relationship Type="http://schemas.openxmlformats.org/officeDocument/2006/relationships/slide" Target="/ppt/slides/slide4.xml" Id="Reed6a62ee5974450" /><Relationship Type="http://schemas.openxmlformats.org/officeDocument/2006/relationships/slide" Target="/ppt/slides/slide5.xml" Id="Rb032cefd191f4b88" /><Relationship Type="http://schemas.openxmlformats.org/officeDocument/2006/relationships/slide" Target="/ppt/slides/slide6.xml" Id="R9980df2e40fa4837" /><Relationship Type="http://schemas.openxmlformats.org/officeDocument/2006/relationships/slide" Target="/ppt/slides/slide7.xml" Id="Re37d376f8b9a4df7" /><Relationship Type="http://schemas.openxmlformats.org/officeDocument/2006/relationships/slide" Target="/ppt/slides/slide8.xml" Id="Rdf5c3f8aa7d548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bcd63d7ad9942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a9cfdbc1e6482b" /><Relationship Type="http://schemas.openxmlformats.org/officeDocument/2006/relationships/notesMaster" Target="/ppt/notesMasters/notesMaster1.xml" Id="Rfd5923cdf8b648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b17d710ac54848" /><Relationship Type="http://schemas.openxmlformats.org/officeDocument/2006/relationships/notesMaster" Target="/ppt/notesMasters/notesMaster1.xml" Id="R4f243471315346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d7001ac2204bdd" /><Relationship Type="http://schemas.openxmlformats.org/officeDocument/2006/relationships/notesMaster" Target="/ppt/notesMasters/notesMaster1.xml" Id="Rdf2c90a78ec541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f441b5e065406a" /><Relationship Type="http://schemas.openxmlformats.org/officeDocument/2006/relationships/notesMaster" Target="/ppt/notesMasters/notesMaster1.xml" Id="R65606dc9d6574f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2925e681614a97" /><Relationship Type="http://schemas.openxmlformats.org/officeDocument/2006/relationships/notesMaster" Target="/ppt/notesMasters/notesMaster1.xml" Id="Rfcd83fc5b2eb4f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a5ae02e68e45b5" /><Relationship Type="http://schemas.openxmlformats.org/officeDocument/2006/relationships/notesMaster" Target="/ppt/notesMasters/notesMaster1.xml" Id="Re7f8957e3ced4c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da88461d604d6a" /><Relationship Type="http://schemas.openxmlformats.org/officeDocument/2006/relationships/notesMaster" Target="/ppt/notesMasters/notesMaster1.xml" Id="Rb3fba3a246f241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836f0062b04437" /><Relationship Type="http://schemas.openxmlformats.org/officeDocument/2006/relationships/notesMaster" Target="/ppt/notesMasters/notesMaster1.xml" Id="R4ec4ad761f3b41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6f7aead2e04a8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6da803fea964ea9" /><Relationship Type="http://schemas.openxmlformats.org/officeDocument/2006/relationships/slideLayout" Target="/ppt/slideLayouts/slideLayout2.xml" Id="R4d1c8fdab5ba44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1c8fdab5ba44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8a472ea79a41c0" /><Relationship Type="http://schemas.openxmlformats.org/officeDocument/2006/relationships/notesSlide" Target="/ppt/notesSlides/notesSlide1.xml" Id="Rfef91b355fdb47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9c0d89da0e4145" /><Relationship Type="http://schemas.openxmlformats.org/officeDocument/2006/relationships/notesSlide" Target="/ppt/notesSlides/notesSlide2.xml" Id="Re9f51269d55145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80c43f1a6b4dbf" /><Relationship Type="http://schemas.openxmlformats.org/officeDocument/2006/relationships/notesSlide" Target="/ppt/notesSlides/notesSlide3.xml" Id="Rb69af8e51bd3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bfaf455bad4180" /><Relationship Type="http://schemas.openxmlformats.org/officeDocument/2006/relationships/image" Target="/ppt/media/image.png" Id="R39e152a34be74386" /><Relationship Type="http://schemas.openxmlformats.org/officeDocument/2006/relationships/notesSlide" Target="/ppt/notesSlides/notesSlide4.xml" Id="Rc36e90c1206e4e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00ce1fd0ce4735" /><Relationship Type="http://schemas.openxmlformats.org/officeDocument/2006/relationships/image" Target="/ppt/media/image2.png" Id="Rab95d7784c884984" /><Relationship Type="http://schemas.openxmlformats.org/officeDocument/2006/relationships/notesSlide" Target="/ppt/notesSlides/notesSlide5.xml" Id="Ra48d2be7fe1343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320083218a4594" /><Relationship Type="http://schemas.openxmlformats.org/officeDocument/2006/relationships/image" Target="/ppt/media/image3.png" Id="Rcdd5c3f5d5c34591" /><Relationship Type="http://schemas.openxmlformats.org/officeDocument/2006/relationships/notesSlide" Target="/ppt/notesSlides/notesSlide6.xml" Id="R3387b71995bc4d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4ca86f71b84426" /><Relationship Type="http://schemas.openxmlformats.org/officeDocument/2006/relationships/notesSlide" Target="/ppt/notesSlides/notesSlide7.xml" Id="R4b19cc16868845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3b6dd063b54ded" /><Relationship Type="http://schemas.openxmlformats.org/officeDocument/2006/relationships/notesSlide" Target="/ppt/notesSlides/notesSlide8.xml" Id="Rbd6c113100cd486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1D9E271-6B7D-4ABF-86DD-5BF09263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CC0A59B2-C07C-46F2-BB48-211DC64B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C5168F11-3B63-474C-B39F-17454251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L2-cache router that improves IPC over disabled prefetching and tracks a max-prefetcher cap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323C0642-ED9A-40CD-BDFB-3D55A7D5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1.066x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58C0DB40-2B37-4F21-B043-0CE20E4E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13-trace training-split validation vs disabled prefetching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A28CD40B-EA0A-4617-9D26-00637960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4967FA06-2230-47D9-BD95-3208BCC2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7-trace heldout vs disabled prefetching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8E72C5E5-5072-4143-B898-2CCAF8A1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OpenEvolve training-split report</a:t>
            </a:r>
          </a:p>
        </p:txBody>
      </p:sp>
    </p:spTree>
    <p:extLst>
      <p:ext uri="{BB962C8B-B14F-4D97-AF65-F5344CB8AC3E}">
        <p14:creationId xmlns:p14="http://schemas.microsoft.com/office/powerpoint/2010/main" val="18975240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4478CD-5C94-4315-9E02-A0B4D87C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DE4A1F0-6B6D-4E54-811F-E294F4B5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FD584007-CB25-4888-9E69-6F8C6596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8E3F2E55-AAA3-438F-A136-E5759318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F140D8F2-0FFE-455B-92C0-7EACFB65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DCB61D84-44F2-45CF-B670-84DE40AC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CD5B43D6-74DB-4289-8AB6-E1729A49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router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AFB4DE54-1214-443C-A297-BCE926B9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MoP-V1 manual router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272942B9-B42F-46DB-8C16-88E6BCDB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MoP-V2 OpenEvolve-tuned router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005BC0AA-1179-465F-BA6E-E1B193A0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counters and budget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FBB50F64-84DB-408E-A770-254FAF7A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D70FA189-B11D-40CB-83E2-4BB9D5D9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17 train traces, 7 heldout traces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23A863B5-8D42-48DB-A7EC-E597CAC7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88694F18-B65C-4E5C-925C-C96CB01E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Generated tables and figures</a:t>
            </a:r>
          </a:p>
        </p:txBody>
      </p:sp>
    </p:spTree>
    <p:extLst>
      <p:ext uri="{BB962C8B-B14F-4D97-AF65-F5344CB8AC3E}">
        <p14:creationId xmlns:p14="http://schemas.microsoft.com/office/powerpoint/2010/main" val="149177960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982A84-43E7-45DD-9973-3B8E1D2B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disabled prefetching is 1x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18EF9D30-CAF1-4BB3-AC24-1672EB7C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34D49833-2636-436E-BB93-F6F0F472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A36CBF26-BD67-4A1C-9ED6-2BC3E931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125B4177-125F-4B67-91CA-545D986D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Search: 10 training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AA721705-F2D2-49D6-8A6E-5E6919CC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Training-split validation: 13 local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7700925D-EF51-4B69-B0B6-584AECBA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Heldout: 7 traces after policy selection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C1C48BC9-7C8F-4252-8792-CB408A1F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Performance baseline: disabled prefetching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27A04A6D-EEDE-4497-902C-40AC710D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Max-prefetcher cap: max(MLOP, SPP+PPF) per trace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1DC49729-D92C-42B3-8200-1324FA66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432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Minimum check: beat the worse prefetcher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5E94F1D2-F6D5-4413-A375-1165CE89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194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Simple routers: WinnerTakeAll, OneShotFit, AthenaMAB</a:t>
            </a:r>
          </a:p>
        </p:txBody>
      </p:sp>
      <p:sp>
        <p:nvSpPr>
          <p:cNvPr id="12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3CD03036-5F74-4740-B6BE-DE82F45A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The 13-trace training-split surface has complete local artifacts. The four other train traces are facesim, ligra_BFS, ligra_Triangle, and secret_compute_int_243.</a:t>
            </a:r>
          </a:p>
        </p:txBody>
      </p:sp>
    </p:spTree>
    <p:extLst>
      <p:ext uri="{BB962C8B-B14F-4D97-AF65-F5344CB8AC3E}">
        <p14:creationId xmlns:p14="http://schemas.microsoft.com/office/powerpoint/2010/main" val="55716507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9EDC0B-6380-4621-98DF-247DE288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A7E48F3-36B1-4C3C-BCC8-C0DCDF0F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Bars use disabled prefetching as 1x. Yellow caps show the per-trace max prefetcher.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152a34be74386"/>
          <a:stretch xmlns:a="http://schemas.openxmlformats.org/drawingml/2006/main"/>
        </p:blipFill>
        <p:spPr>
          <a:xfrm xmlns:a="http://schemas.openxmlformats.org/drawingml/2006/main">
            <a:off x="765969" y="1710690"/>
            <a:ext cx="16756063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39034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A46C543-C4F7-4EE6-BE99-CF72243B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3633801-AC32-46F4-B5C0-44221DB9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Horizontal bars compare MLOP, SPP+PPF, and MoP-V2 on each heldout trace.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5d7784c884984"/>
          <a:stretch xmlns:a="http://schemas.openxmlformats.org/drawingml/2006/main"/>
        </p:blipFill>
        <p:spPr>
          <a:xfrm xmlns:a="http://schemas.openxmlformats.org/drawingml/2006/main">
            <a:off x="1226760" y="1710690"/>
            <a:ext cx="15834479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8653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B800F4-C4CC-43A5-AB45-C6D845D0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search trajectory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B05E453-F86A-467E-A396-9ACE77DF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Left: 3-trace quick evaluation. Right: 10-trace wider validation. Lines show best-so-far by weighted score.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d5c3f5d5c34591"/>
          <a:stretch xmlns:a="http://schemas.openxmlformats.org/drawingml/2006/main"/>
        </p:blipFill>
        <p:spPr>
          <a:xfrm xmlns:a="http://schemas.openxmlformats.org/drawingml/2006/main">
            <a:off x="1101090" y="1710690"/>
            <a:ext cx="16085820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86199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999EF9-FB74-4569-8891-6EF54A8E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2B87372-D009-4A16-8351-D8C4479F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changed a literal policy dictionary.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533A18A6-F9DA-4CF6-BD84-048C1577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AD575F2C-D2F4-4854-B99D-2F9B8492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60DA081A-5D40-44D5-9155-012090E6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9E211A04-BCDB-43FE-AA59-FC67B0A6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Close-score tie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7BD16120-F230-4EEA-8D9B-16A75135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3E86E5AF-F942-46FA-A754-0F4CC495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A1328869-C281-470C-850B-11767983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failures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326EFBA0-BFF5-46EE-995E-729BE297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FBCC179E-2C70-4D76-8AC5-204C0D76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AC5DBCF9-B924-4F07-AA94-85CDB0DF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78DE6711-6E06-448E-9DEC-71D768F5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374 candidates, 306 valid scored rows, 68 fail-closed rows. Malformed or crashed candidates receive combined_score = -10.0.</a:t>
            </a:r>
          </a:p>
        </p:txBody>
      </p:sp>
    </p:spTree>
    <p:extLst>
      <p:ext uri="{BB962C8B-B14F-4D97-AF65-F5344CB8AC3E}">
        <p14:creationId xmlns:p14="http://schemas.microsoft.com/office/powerpoint/2010/main" val="94659063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DE71314-FEF3-4012-9899-198067EE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Result scope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22BF7ACC-F3B8-49DC-B9D5-9C4A9A86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7A83D5B1-9A72-451F-AE03-79FE2EBA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claim: OpenEvolve improves IPC speedup over disabled prefetching on 13 training-split validation traces.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3A6EA030-49E3-4568-96F4-38A1D5C3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reaches 1.003x over disabled prefetching on seven heldout traces.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23743BB2-0EA5-4A14-BAA0-68095196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Instruction-count ratios round to 1.000x on training-split validation and heldout.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8387B9DB-F188-48B2-ACA7-C565CA7B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max-prefetcher result remains a cap, which keeps the claim sized correctly.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F034C608-D0B5-459D-BFAA-F66453FE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Reproduction paths and naming details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1713243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2026-04-30T04:00:06.5750000Z</dcterms:created>
  <dcterms:modified xsi:type="dcterms:W3CDTF">2026-04-30T04:00:06.5750000Z</dcterms:modified>
</coreProperties>
</file>