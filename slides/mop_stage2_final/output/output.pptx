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303328d42042de" /><Relationship Type="http://schemas.openxmlformats.org/officeDocument/2006/relationships/extended-properties" Target="/docProps/app.xml" Id="Rf9aec629e0ba4af0" /><Relationship Type="http://schemas.openxmlformats.org/officeDocument/2006/relationships/officeDocument" Target="/ppt/presentation.xml" Id="R5777014a41f84f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e15b785e50462b"/>
  </p:sldMasterIdLst>
  <p:notesMasterIdLst>
    <p:notesMasterId xmlns:r="http://schemas.openxmlformats.org/officeDocument/2006/relationships" r:id="R36d49982acb44ed5"/>
  </p:notesMasterIdLst>
  <p:sldIdLst>
    <p:sldId xmlns:r="http://schemas.openxmlformats.org/officeDocument/2006/relationships" id="256" r:id="R4ac05675976b4e3a"/>
    <p:sldId xmlns:r="http://schemas.openxmlformats.org/officeDocument/2006/relationships" id="257" r:id="R72a9e0ab83324203"/>
    <p:sldId xmlns:r="http://schemas.openxmlformats.org/officeDocument/2006/relationships" id="258" r:id="R3a4b48a1a0574249"/>
    <p:sldId xmlns:r="http://schemas.openxmlformats.org/officeDocument/2006/relationships" id="259" r:id="Rabb48fb249924105"/>
    <p:sldId xmlns:r="http://schemas.openxmlformats.org/officeDocument/2006/relationships" id="260" r:id="R776cd6609c8c4682"/>
    <p:sldId xmlns:r="http://schemas.openxmlformats.org/officeDocument/2006/relationships" id="261" r:id="Re62bec6870df435b"/>
    <p:sldId xmlns:r="http://schemas.openxmlformats.org/officeDocument/2006/relationships" id="262" r:id="Rdb59ffd070c44a13"/>
    <p:sldId xmlns:r="http://schemas.openxmlformats.org/officeDocument/2006/relationships" id="263" r:id="R1412f957de1c462a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15b785e50462b" /><Relationship Type="http://schemas.openxmlformats.org/officeDocument/2006/relationships/theme" Target="/ppt/theme/theme1.xml" Id="Rbb96ed7975a64244" /><Relationship Type="http://schemas.openxmlformats.org/officeDocument/2006/relationships/notesMaster" Target="/ppt/notesMasters/notesMaster1.xml" Id="R36d49982acb44ed5" /><Relationship Type="http://schemas.openxmlformats.org/officeDocument/2006/relationships/presProps" Target="/ppt/presProps.xml" Id="R07c1addb2f284953" /><Relationship Type="http://schemas.openxmlformats.org/officeDocument/2006/relationships/viewProps" Target="/ppt/viewProps.xml" Id="R12f9f7505f934951" /><Relationship Type="http://schemas.openxmlformats.org/officeDocument/2006/relationships/tableStyles" Target="/ppt/tableStyles.xml" Id="R1a611e66bfa443df" /><Relationship Type="http://schemas.openxmlformats.org/officeDocument/2006/relationships/slide" Target="/ppt/slides/slide1.xml" Id="R4ac05675976b4e3a" /><Relationship Type="http://schemas.openxmlformats.org/officeDocument/2006/relationships/slide" Target="/ppt/slides/slide2.xml" Id="R72a9e0ab83324203" /><Relationship Type="http://schemas.openxmlformats.org/officeDocument/2006/relationships/slide" Target="/ppt/slides/slide3.xml" Id="R3a4b48a1a0574249" /><Relationship Type="http://schemas.openxmlformats.org/officeDocument/2006/relationships/slide" Target="/ppt/slides/slide4.xml" Id="Rabb48fb249924105" /><Relationship Type="http://schemas.openxmlformats.org/officeDocument/2006/relationships/slide" Target="/ppt/slides/slide5.xml" Id="R776cd6609c8c4682" /><Relationship Type="http://schemas.openxmlformats.org/officeDocument/2006/relationships/slide" Target="/ppt/slides/slide6.xml" Id="Re62bec6870df435b" /><Relationship Type="http://schemas.openxmlformats.org/officeDocument/2006/relationships/slide" Target="/ppt/slides/slide7.xml" Id="Rdb59ffd070c44a13" /><Relationship Type="http://schemas.openxmlformats.org/officeDocument/2006/relationships/slide" Target="/ppt/slides/slide8.xml" Id="R1412f957de1c46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89fcfa8ff0541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361fefbd2a4ec0" /><Relationship Type="http://schemas.openxmlformats.org/officeDocument/2006/relationships/notesMaster" Target="/ppt/notesMasters/notesMaster1.xml" Id="Ra81ab422b793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bf99e1d5de436d" /><Relationship Type="http://schemas.openxmlformats.org/officeDocument/2006/relationships/notesMaster" Target="/ppt/notesMasters/notesMaster1.xml" Id="Rb69c52f9f4d34c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3666c9170249c9" /><Relationship Type="http://schemas.openxmlformats.org/officeDocument/2006/relationships/notesMaster" Target="/ppt/notesMasters/notesMaster1.xml" Id="R1a4ab0996db94a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d183352320495c" /><Relationship Type="http://schemas.openxmlformats.org/officeDocument/2006/relationships/notesMaster" Target="/ppt/notesMasters/notesMaster1.xml" Id="R429b5000f00f41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7333c7149a482f" /><Relationship Type="http://schemas.openxmlformats.org/officeDocument/2006/relationships/notesMaster" Target="/ppt/notesMasters/notesMaster1.xml" Id="R96b9c84c5f184d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1202d058d847b8" /><Relationship Type="http://schemas.openxmlformats.org/officeDocument/2006/relationships/notesMaster" Target="/ppt/notesMasters/notesMaster1.xml" Id="R49d7a3f059f340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97b34bfa3e4fbf" /><Relationship Type="http://schemas.openxmlformats.org/officeDocument/2006/relationships/notesMaster" Target="/ppt/notesMasters/notesMaster1.xml" Id="Rd7348cb2450e41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812646da7c4eac" /><Relationship Type="http://schemas.openxmlformats.org/officeDocument/2006/relationships/notesMaster" Target="/ppt/notesMasters/notesMaster1.xml" Id="R0caf734a58384f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7578636e447d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56f41fbb0fe46f2" /><Relationship Type="http://schemas.openxmlformats.org/officeDocument/2006/relationships/slideLayout" Target="/ppt/slideLayouts/slideLayout2.xml" Id="R62e8a3ce50ac45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e8a3ce50ac45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f34043d9a34399" /><Relationship Type="http://schemas.openxmlformats.org/officeDocument/2006/relationships/notesSlide" Target="/ppt/notesSlides/notesSlide1.xml" Id="R84c86b07f07e4a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a510b15f9b4094" /><Relationship Type="http://schemas.openxmlformats.org/officeDocument/2006/relationships/notesSlide" Target="/ppt/notesSlides/notesSlide2.xml" Id="R27f909e6497148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0e33be646746f5" /><Relationship Type="http://schemas.openxmlformats.org/officeDocument/2006/relationships/notesSlide" Target="/ppt/notesSlides/notesSlide3.xml" Id="R00db8c7c759c4c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f26c2c20464702" /><Relationship Type="http://schemas.openxmlformats.org/officeDocument/2006/relationships/image" Target="/ppt/media/image.png" Id="R9b306c4dd3c34e0f" /><Relationship Type="http://schemas.openxmlformats.org/officeDocument/2006/relationships/notesSlide" Target="/ppt/notesSlides/notesSlide4.xml" Id="Rc1a5f2f094864a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af01ffbe1445bc" /><Relationship Type="http://schemas.openxmlformats.org/officeDocument/2006/relationships/image" Target="/ppt/media/image2.png" Id="R1fe85374a05f4591" /><Relationship Type="http://schemas.openxmlformats.org/officeDocument/2006/relationships/notesSlide" Target="/ppt/notesSlides/notesSlide5.xml" Id="R13f9dc7728ba4b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f63a57564048dd" /><Relationship Type="http://schemas.openxmlformats.org/officeDocument/2006/relationships/image" Target="/ppt/media/image3.png" Id="R20c4e6bb75b54a80" /><Relationship Type="http://schemas.openxmlformats.org/officeDocument/2006/relationships/notesSlide" Target="/ppt/notesSlides/notesSlide6.xml" Id="Rc1b49b6e532a4f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8a8c2cd2e941c4" /><Relationship Type="http://schemas.openxmlformats.org/officeDocument/2006/relationships/notesSlide" Target="/ppt/notesSlides/notesSlide7.xml" Id="R98d457192c5042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73b2fbe6f14764" /><Relationship Type="http://schemas.openxmlformats.org/officeDocument/2006/relationships/notesSlide" Target="/ppt/notesSlides/notesSlide8.xml" Id="Rce557908eada4e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212F7CA-5FFD-4DF9-B59E-89E0F08A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D5397BED-37AA-41F5-B059-0E63C6DF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08E9C42C-3652-49F5-AFBD-A08B612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9CADEE43-C060-4C6D-8932-37F73A1A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B65247F8-30AB-4686-9F28-25638CB5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843CBEE3-3E2F-4D63-9736-95BA61A4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0D174311-0BB5-40E8-8108-B2ED80AF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6ECB142E-22CE-40B4-9740-19656D4D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3631243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7E6820-A45A-4407-B38B-F9A6C932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BFAFFBE-B35A-42FD-8E57-40F26FB3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C6F87FD8-0AC8-42FD-8A6A-78CDB05A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91CE9EA1-384F-4D07-8A40-AA6C68AC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E7A99DF7-24AC-4A30-8032-98BA90DD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AE5500B7-CBAF-4D93-90E1-BC0AFE71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5BB70139-ABF0-462D-AF77-70DD5C98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BDFE9C8F-F346-4611-996C-909B8538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07622DDE-3438-405C-B665-C14395D0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8F9B6B40-C0BC-46EB-8331-067FF7CD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2A79F255-8238-4DC1-A777-DB5AEE70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3DEDACB3-AC72-40FE-9D4D-B785CE2D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92D7C18A-03E5-475E-B949-EE16BBB7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A9A4F5E0-775A-4C69-94EB-A975ACBC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54472270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113D2F-F7A5-4B25-BF21-90225155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7BE33C1-6130-4F75-87B1-239B9C71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14EC44B0-8EE5-4055-9B7E-9D303DA0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85710E09-912B-4EE9-A424-5BCEA81D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59EEA449-C06F-439A-8450-D1D1370A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Most candidate iterations: 3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7BC095C2-951D-4B4A-A6F2-E0159BE5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Promising candidates: 10 training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D22157F3-5F65-434E-8EEF-31E2CCF5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Final training-split validation: 13 traces</a:t>
            </a:r>
          </a:p>
        </p:txBody>
      </p:sp>
      <p:sp>
        <p:nvSpPr>
          <p:cNvPr id="8" name="bullet-5">
            <a:extLst xmlns:a="http://schemas.openxmlformats.org/drawingml/2006/main">
              <a:ext uri="{FF2B5EF4-FFF2-40B4-BE49-F238E27FC236}">
                <a16:creationId xmlns:a16="http://schemas.microsoft.com/office/drawing/2014/main" id="{CF10E400-1958-4A64-A653-14242F80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984513EA-0EA8-48FE-8A21-F2E85758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EECB0C37-3424-4F61-9971-B3F4E6C8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7BD83221-8FE9-48C1-BF8D-41A6F6DE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WinnerTakeAll: use the previous-epoch winner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6F8C5096-D161-4C99-A918-6B76680F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813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OneShotFit: probe once, then keep the early winner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A914F031-08D5-4F4B-A645-D7DC9486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576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AthenaMAB: Athena's bandit router baseline</a:t>
            </a:r>
          </a:p>
        </p:txBody>
      </p:sp>
      <p:sp>
        <p:nvSpPr>
          <p:cNvPr id="14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089B3FB8-0505-4635-BA67-81C4CE2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24950"/>
            <a:ext cx="16535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simulator evidence in the submitted artifact.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7330945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3AB468-67DB-4FDF-9C8A-7791C074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382E67-32E2-4530-A476-98EC1299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marks show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06c4dd3c34e0f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2899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608995-13E5-4149-9B52-E7214D4B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C0402C9-5FFD-4753-A94A-46E867C1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Each trace row is ordered Expert 1, Expert 2, MoP-V1, then MoP-V2.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85374a05f4591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3508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E2F9C5-726F-4DA5-B695-D9F87141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34CFE5E-70C7-414A-B690-2CF0927D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Faint dashed lines are score-selected incumbent IPC. Solid lines are best IPC seen so far.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4e6bb75b54a80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4667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ABCE61-DD1D-4B14-8638-3ADE3189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25155BF-9BC1-4909-9417-B5CE4A44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 Weighted score combines best-expert closeness, IPC, weaker-prefetcher margin, and tail-loss penalties.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42000C8F-BE45-427B-8908-97F24548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F8F63EE7-1A22-4852-B0D3-CAA2B0D7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D4E1F446-02B6-464D-8D05-546075DF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CD095594-A07F-4E35-B5F3-999E4C59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1E092B11-F8DB-4782-984B-FC5D4CC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DEB37964-C5C8-437F-BF72-48BBE422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C5A3F7D7-0F58-481F-BCD8-37C0EC77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06D2D52C-6409-4CC1-8236-21241C70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F31CF10A-712F-44CB-BA1A-52485E5D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73FB21A3-5745-46F8-8311-53B10E26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9037988D-7AD3-4EFA-919A-2E1F0F85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Invalid or crashed candidates received the configured failure score and stayed in the audit ledger.</a:t>
            </a:r>
          </a:p>
        </p:txBody>
      </p:sp>
    </p:spTree>
    <p:extLst>
      <p:ext uri="{BB962C8B-B14F-4D97-AF65-F5344CB8AC3E}">
        <p14:creationId xmlns:p14="http://schemas.microsoft.com/office/powerpoint/2010/main" val="7475669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C537BD-93F4-43FF-90ED-D068620E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5C40746E-DCCB-4A2C-BF64-A7C5B00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7AECCD9E-38B4-4C0B-9261-4F4BF369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0122A8A3-7001-44A6-8A15-6CD447CD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CC39F68F-A748-4CAB-A2FF-06E72D67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578CECC2-82E4-4DC0-AA78-80A88F5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BACBAE01-666D-4068-A127-4F3FF014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18206633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2026-04-30T15:19:00.9460000Z</dcterms:created>
  <dcterms:modified xsi:type="dcterms:W3CDTF">2026-04-30T15:19:00.9460000Z</dcterms:modified>
</coreProperties>
</file>