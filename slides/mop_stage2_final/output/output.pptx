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bb59cc80404499" /><Relationship Type="http://schemas.openxmlformats.org/officeDocument/2006/relationships/extended-properties" Target="/docProps/app.xml" Id="R5279ad5a765a45bf" /><Relationship Type="http://schemas.openxmlformats.org/officeDocument/2006/relationships/officeDocument" Target="/ppt/presentation.xml" Id="R5b351666652a45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4897b6653745ca"/>
  </p:sldMasterIdLst>
  <p:notesMasterIdLst>
    <p:notesMasterId xmlns:r="http://schemas.openxmlformats.org/officeDocument/2006/relationships" r:id="R8de70ad532c54a6f"/>
  </p:notesMasterIdLst>
  <p:sldIdLst>
    <p:sldId xmlns:r="http://schemas.openxmlformats.org/officeDocument/2006/relationships" id="256" r:id="Re54b36cd8d9745d0"/>
    <p:sldId xmlns:r="http://schemas.openxmlformats.org/officeDocument/2006/relationships" id="257" r:id="Rc03fad26f12a4b4f"/>
    <p:sldId xmlns:r="http://schemas.openxmlformats.org/officeDocument/2006/relationships" id="258" r:id="Rbddc7b3f5f2d4b58"/>
    <p:sldId xmlns:r="http://schemas.openxmlformats.org/officeDocument/2006/relationships" id="259" r:id="R70cb93a8b180440a"/>
    <p:sldId xmlns:r="http://schemas.openxmlformats.org/officeDocument/2006/relationships" id="260" r:id="Ra32f680f02e24ed1"/>
    <p:sldId xmlns:r="http://schemas.openxmlformats.org/officeDocument/2006/relationships" id="261" r:id="R4498e938d85f4e52"/>
    <p:sldId xmlns:r="http://schemas.openxmlformats.org/officeDocument/2006/relationships" id="262" r:id="Ra1c46d8d593a4d3b"/>
    <p:sldId xmlns:r="http://schemas.openxmlformats.org/officeDocument/2006/relationships" id="263" r:id="R0beba393b7604a9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4897b6653745ca" /><Relationship Type="http://schemas.openxmlformats.org/officeDocument/2006/relationships/theme" Target="/ppt/theme/theme1.xml" Id="Rd45c4b34533f4aef" /><Relationship Type="http://schemas.openxmlformats.org/officeDocument/2006/relationships/notesMaster" Target="/ppt/notesMasters/notesMaster1.xml" Id="R8de70ad532c54a6f" /><Relationship Type="http://schemas.openxmlformats.org/officeDocument/2006/relationships/presProps" Target="/ppt/presProps.xml" Id="Re5907e0bba2044d6" /><Relationship Type="http://schemas.openxmlformats.org/officeDocument/2006/relationships/viewProps" Target="/ppt/viewProps.xml" Id="Ree5227703ec64bb9" /><Relationship Type="http://schemas.openxmlformats.org/officeDocument/2006/relationships/tableStyles" Target="/ppt/tableStyles.xml" Id="R47ef0ac4c79840f6" /><Relationship Type="http://schemas.openxmlformats.org/officeDocument/2006/relationships/slide" Target="/ppt/slides/slide1.xml" Id="Re54b36cd8d9745d0" /><Relationship Type="http://schemas.openxmlformats.org/officeDocument/2006/relationships/slide" Target="/ppt/slides/slide2.xml" Id="Rc03fad26f12a4b4f" /><Relationship Type="http://schemas.openxmlformats.org/officeDocument/2006/relationships/slide" Target="/ppt/slides/slide3.xml" Id="Rbddc7b3f5f2d4b58" /><Relationship Type="http://schemas.openxmlformats.org/officeDocument/2006/relationships/slide" Target="/ppt/slides/slide4.xml" Id="R70cb93a8b180440a" /><Relationship Type="http://schemas.openxmlformats.org/officeDocument/2006/relationships/slide" Target="/ppt/slides/slide5.xml" Id="Ra32f680f02e24ed1" /><Relationship Type="http://schemas.openxmlformats.org/officeDocument/2006/relationships/slide" Target="/ppt/slides/slide6.xml" Id="R4498e938d85f4e52" /><Relationship Type="http://schemas.openxmlformats.org/officeDocument/2006/relationships/slide" Target="/ppt/slides/slide7.xml" Id="Ra1c46d8d593a4d3b" /><Relationship Type="http://schemas.openxmlformats.org/officeDocument/2006/relationships/slide" Target="/ppt/slides/slide8.xml" Id="R0beba393b7604a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858cfcfbedd45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d5c1d23d794a5b" /><Relationship Type="http://schemas.openxmlformats.org/officeDocument/2006/relationships/notesMaster" Target="/ppt/notesMasters/notesMaster1.xml" Id="R2d18d85736a74f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1a6c6cc95b4e71" /><Relationship Type="http://schemas.openxmlformats.org/officeDocument/2006/relationships/notesMaster" Target="/ppt/notesMasters/notesMaster1.xml" Id="R62e21000c5d749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36954ef61748a2" /><Relationship Type="http://schemas.openxmlformats.org/officeDocument/2006/relationships/notesMaster" Target="/ppt/notesMasters/notesMaster1.xml" Id="Rad46ba2b8cab4c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ef21975e594676" /><Relationship Type="http://schemas.openxmlformats.org/officeDocument/2006/relationships/notesMaster" Target="/ppt/notesMasters/notesMaster1.xml" Id="R1733e51276c24e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8113830f9541f8" /><Relationship Type="http://schemas.openxmlformats.org/officeDocument/2006/relationships/notesMaster" Target="/ppt/notesMasters/notesMaster1.xml" Id="R918f0ca4c9614b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417ce5349b42ff" /><Relationship Type="http://schemas.openxmlformats.org/officeDocument/2006/relationships/notesMaster" Target="/ppt/notesMasters/notesMaster1.xml" Id="R8651ea4fb97940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2fc483b0484bca" /><Relationship Type="http://schemas.openxmlformats.org/officeDocument/2006/relationships/notesMaster" Target="/ppt/notesMasters/notesMaster1.xml" Id="R800436b7e72844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528c454d1f4005" /><Relationship Type="http://schemas.openxmlformats.org/officeDocument/2006/relationships/notesMaster" Target="/ppt/notesMasters/notesMaster1.xml" Id="R785a0e4a07d644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b90c6572a04c0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46554fe21a345d2" /><Relationship Type="http://schemas.openxmlformats.org/officeDocument/2006/relationships/slideLayout" Target="/ppt/slideLayouts/slideLayout2.xml" Id="R28acac464e484a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acac464e484a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33ac47272a4073" /><Relationship Type="http://schemas.openxmlformats.org/officeDocument/2006/relationships/notesSlide" Target="/ppt/notesSlides/notesSlide1.xml" Id="Rc0a552a2a15143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776d5800034360" /><Relationship Type="http://schemas.openxmlformats.org/officeDocument/2006/relationships/notesSlide" Target="/ppt/notesSlides/notesSlide2.xml" Id="Rf13c84b0390542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5453a7e91b46a3" /><Relationship Type="http://schemas.openxmlformats.org/officeDocument/2006/relationships/notesSlide" Target="/ppt/notesSlides/notesSlide3.xml" Id="R30a0bbc4cca644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537670ead8489b" /><Relationship Type="http://schemas.openxmlformats.org/officeDocument/2006/relationships/image" Target="/ppt/media/image.png" Id="R1d929e717c5845bd" /><Relationship Type="http://schemas.openxmlformats.org/officeDocument/2006/relationships/notesSlide" Target="/ppt/notesSlides/notesSlide4.xml" Id="Rc7cee02356c04d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96a419fec74219" /><Relationship Type="http://schemas.openxmlformats.org/officeDocument/2006/relationships/image" Target="/ppt/media/image2.png" Id="R3cc8aa50121441f4" /><Relationship Type="http://schemas.openxmlformats.org/officeDocument/2006/relationships/notesSlide" Target="/ppt/notesSlides/notesSlide5.xml" Id="R7405ddccc61e4d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c393bbe26f423e" /><Relationship Type="http://schemas.openxmlformats.org/officeDocument/2006/relationships/image" Target="/ppt/media/image3.png" Id="R0f43ebd600d64649" /><Relationship Type="http://schemas.openxmlformats.org/officeDocument/2006/relationships/notesSlide" Target="/ppt/notesSlides/notesSlide6.xml" Id="R70688533b36642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0d7a494cf84383" /><Relationship Type="http://schemas.openxmlformats.org/officeDocument/2006/relationships/notesSlide" Target="/ppt/notesSlides/notesSlide7.xml" Id="Ra800e17bdb3a44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31e3f2b2764cc7" /><Relationship Type="http://schemas.openxmlformats.org/officeDocument/2006/relationships/notesSlide" Target="/ppt/notesSlides/notesSlide8.xml" Id="R57aeaeaba8cb414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75C945D-8632-46F1-B80B-783EEFB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57E0E18A-83B9-4E30-B713-5276A1D4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A22B6864-14CE-4D0A-9F8C-C26C11CA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BC4A56FF-C3E0-4676-AC82-6045907D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E236BE90-4D18-4DAA-920E-EA370130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96A094B9-91DF-49F2-B0DD-62F4C533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8BD894AA-D2B9-4173-B8B0-8DF32F14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C3D55F56-0AFB-43FD-B2E2-FFF95E6B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3299041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C8F621-532A-4912-A4F8-C2CF48E1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05A8200-A41B-43F7-9215-F6C6D4F5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A7234944-4276-4D78-9807-E0C2F436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95DA2A30-07EB-4F53-B9A7-9613927E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5266A7C-8162-4DFD-8F15-93E54FF9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13ACDF4F-D97E-49C6-B473-7ADC9CB2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9DF53EBD-3394-491C-A4FA-818B45BF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9F029564-E27A-45FF-AD5F-B7E76F25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13EF5956-18B5-40BE-933B-8493027C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E87C9C39-24A6-4473-AB54-D6E27EBF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C07C0C43-EDD3-46A5-9278-97774879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6359E46B-6B19-403D-824E-B3AA0762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0A19E10B-0F96-4C13-8923-86895844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281ACC87-9F8E-4423-B922-38A22714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17366252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C8D094-0DE6-4E02-89C2-FA1C78D2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72254C1-B22F-4DE5-ABAB-087015A8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D5E9AEC3-8C02-4694-B543-EB9CEBE4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F61ED92A-932B-4E2A-A09C-9A28628B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0EFC826F-4ED3-4522-A2F2-A7F7211F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Search: 10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5EC19B2C-5691-4B55-A0FA-9C1CC9CB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Training-split validation: 13 local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0FB5EB21-C306-465B-ABB4-76E46B31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2C8E04B7-8AEF-46CE-BF76-9AEE7AE6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9D522EAF-E059-402D-A02F-ECD0BE11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8C487507-A9C0-4E56-B6B2-04FB0D3D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Minimum check: beat the worse prefetcher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2BE09F97-C3B3-4873-9D67-962CAC7C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routers: WinnerTakeAll, OneShotFit, AthenaMAB</a:t>
            </a:r>
          </a:p>
        </p:txBody>
      </p:sp>
      <p:sp>
        <p:nvSpPr>
          <p:cNvPr id="12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98DE9E88-F372-4A45-A518-85466FF0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local artifacts.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4609031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BAC9F2-66B8-4F9E-A912-5965CC85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465B30B-076D-430D-AAB5-D648CA75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marks show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9e717c5845bd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87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D5D576-C972-4891-AD3B-ED5651BC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EF6595D-9882-4739-A973-F4A9F5F7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MoP-V1,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8aa50121441f4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4034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94A279-8780-4AF8-BCE5-88EF7B89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0FA22B7-1924-4F24-9F45-F9AD237F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Left: 3-trace quick evaluation. Right: 10-trace wider validation. Lines show best-so-far by weighted score.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3ebd600d64649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201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8EC24F-313A-427D-B191-234826D5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CABFC6B-8895-48B5-B9F1-2C148816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480F7898-FAB1-47CB-9B39-53590941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783F427C-2E3A-418F-8F34-6135FCD1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A6B438BF-1BBC-4DC8-8371-D3718EDC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23FCF8DA-75D7-4DB2-A7C8-25E58475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7B44A1ED-625F-4B92-A3AE-C07CA78C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0C522685-E64D-480D-972D-8B37D29C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B39F0488-E7DF-423D-A6FB-FEF22645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8D8F7C5F-4417-4CA5-8217-D2342EE1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D2387CFA-A6DA-461C-9272-4EBFC34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8C027996-C90C-4A3D-AABC-D48069C9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98112161-75C0-400A-ACDE-854D30E4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Malformed or crashed candidates receive combined_score = -10.0.</a:t>
            </a:r>
          </a:p>
        </p:txBody>
      </p:sp>
    </p:spTree>
    <p:extLst>
      <p:ext uri="{BB962C8B-B14F-4D97-AF65-F5344CB8AC3E}">
        <p14:creationId xmlns:p14="http://schemas.microsoft.com/office/powerpoint/2010/main" val="7908779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A3AAA0-DBCF-464E-8435-806F385F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7E01B54-30E8-43A4-8C7A-1971D26A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AE0FC5FF-6706-4161-B32A-290883B3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674627A8-8DC8-4504-A1B0-F1F8531C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5AE9F139-1FF5-4C67-8445-D8F5CCFE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B50D22F6-A233-4BEB-A276-9B9C7C55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539B3C43-149B-4E81-A409-77CEDB55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15522523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2026-04-30T13:41:15.5810000Z</dcterms:created>
  <dcterms:modified xsi:type="dcterms:W3CDTF">2026-04-30T13:41:15.5810000Z</dcterms:modified>
</coreProperties>
</file>