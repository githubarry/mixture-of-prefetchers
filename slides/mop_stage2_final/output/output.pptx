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45cd0168e14e5e" /><Relationship Type="http://schemas.openxmlformats.org/officeDocument/2006/relationships/extended-properties" Target="/docProps/app.xml" Id="R5c45b657a4424269" /><Relationship Type="http://schemas.openxmlformats.org/officeDocument/2006/relationships/officeDocument" Target="/ppt/presentation.xml" Id="R0d7fec99143c4c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cce4f986f94473"/>
  </p:sldMasterIdLst>
  <p:notesMasterIdLst>
    <p:notesMasterId xmlns:r="http://schemas.openxmlformats.org/officeDocument/2006/relationships" r:id="R583d673759ba400b"/>
  </p:notesMasterIdLst>
  <p:sldIdLst>
    <p:sldId xmlns:r="http://schemas.openxmlformats.org/officeDocument/2006/relationships" id="256" r:id="R7b30e49bcf984b1e"/>
    <p:sldId xmlns:r="http://schemas.openxmlformats.org/officeDocument/2006/relationships" id="257" r:id="Rdadb04d80831429f"/>
    <p:sldId xmlns:r="http://schemas.openxmlformats.org/officeDocument/2006/relationships" id="258" r:id="R574064e85915434c"/>
    <p:sldId xmlns:r="http://schemas.openxmlformats.org/officeDocument/2006/relationships" id="259" r:id="R9e0de4de1b204941"/>
    <p:sldId xmlns:r="http://schemas.openxmlformats.org/officeDocument/2006/relationships" id="260" r:id="Ra383a77e103443b9"/>
    <p:sldId xmlns:r="http://schemas.openxmlformats.org/officeDocument/2006/relationships" id="261" r:id="Rcb179e27f7e945f3"/>
    <p:sldId xmlns:r="http://schemas.openxmlformats.org/officeDocument/2006/relationships" id="262" r:id="R520b45006af34874"/>
    <p:sldId xmlns:r="http://schemas.openxmlformats.org/officeDocument/2006/relationships" id="263" r:id="Rf64cfa7956194eac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ce4f986f94473" /><Relationship Type="http://schemas.openxmlformats.org/officeDocument/2006/relationships/theme" Target="/ppt/theme/theme1.xml" Id="R87f6abcabc1c41cc" /><Relationship Type="http://schemas.openxmlformats.org/officeDocument/2006/relationships/notesMaster" Target="/ppt/notesMasters/notesMaster1.xml" Id="R583d673759ba400b" /><Relationship Type="http://schemas.openxmlformats.org/officeDocument/2006/relationships/presProps" Target="/ppt/presProps.xml" Id="R8a28363046284efe" /><Relationship Type="http://schemas.openxmlformats.org/officeDocument/2006/relationships/viewProps" Target="/ppt/viewProps.xml" Id="Rda837f29a5764f4e" /><Relationship Type="http://schemas.openxmlformats.org/officeDocument/2006/relationships/tableStyles" Target="/ppt/tableStyles.xml" Id="R2be2a07d61d44708" /><Relationship Type="http://schemas.openxmlformats.org/officeDocument/2006/relationships/slide" Target="/ppt/slides/slide1.xml" Id="R7b30e49bcf984b1e" /><Relationship Type="http://schemas.openxmlformats.org/officeDocument/2006/relationships/slide" Target="/ppt/slides/slide2.xml" Id="Rdadb04d80831429f" /><Relationship Type="http://schemas.openxmlformats.org/officeDocument/2006/relationships/slide" Target="/ppt/slides/slide3.xml" Id="R574064e85915434c" /><Relationship Type="http://schemas.openxmlformats.org/officeDocument/2006/relationships/slide" Target="/ppt/slides/slide4.xml" Id="R9e0de4de1b204941" /><Relationship Type="http://schemas.openxmlformats.org/officeDocument/2006/relationships/slide" Target="/ppt/slides/slide5.xml" Id="Ra383a77e103443b9" /><Relationship Type="http://schemas.openxmlformats.org/officeDocument/2006/relationships/slide" Target="/ppt/slides/slide6.xml" Id="Rcb179e27f7e945f3" /><Relationship Type="http://schemas.openxmlformats.org/officeDocument/2006/relationships/slide" Target="/ppt/slides/slide7.xml" Id="R520b45006af34874" /><Relationship Type="http://schemas.openxmlformats.org/officeDocument/2006/relationships/slide" Target="/ppt/slides/slide8.xml" Id="Rf64cfa7956194e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b7aa257b66045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2d4bf682ad4d3a" /><Relationship Type="http://schemas.openxmlformats.org/officeDocument/2006/relationships/notesMaster" Target="/ppt/notesMasters/notesMaster1.xml" Id="R35fbc25823084a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c3df2dbccb43f6" /><Relationship Type="http://schemas.openxmlformats.org/officeDocument/2006/relationships/notesMaster" Target="/ppt/notesMasters/notesMaster1.xml" Id="R4fe7bcec8f6b43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3174eeecdd41b9" /><Relationship Type="http://schemas.openxmlformats.org/officeDocument/2006/relationships/notesMaster" Target="/ppt/notesMasters/notesMaster1.xml" Id="Rad6a490029d54f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326f5f4e1d4487" /><Relationship Type="http://schemas.openxmlformats.org/officeDocument/2006/relationships/notesMaster" Target="/ppt/notesMasters/notesMaster1.xml" Id="R29bffbbca73947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27e4aaf0b3404a" /><Relationship Type="http://schemas.openxmlformats.org/officeDocument/2006/relationships/notesMaster" Target="/ppt/notesMasters/notesMaster1.xml" Id="Rf759cd995ce74b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c28984e7dd4303" /><Relationship Type="http://schemas.openxmlformats.org/officeDocument/2006/relationships/notesMaster" Target="/ppt/notesMasters/notesMaster1.xml" Id="R6d8178b536d941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3dc5241c494c86" /><Relationship Type="http://schemas.openxmlformats.org/officeDocument/2006/relationships/notesMaster" Target="/ppt/notesMasters/notesMaster1.xml" Id="R96931c158cb64f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7d1c391ed74e2b" /><Relationship Type="http://schemas.openxmlformats.org/officeDocument/2006/relationships/notesMaster" Target="/ppt/notesMasters/notesMaster1.xml" Id="R9652e0725c604f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f6df4b54e8460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7458cec276b4d2f" /><Relationship Type="http://schemas.openxmlformats.org/officeDocument/2006/relationships/slideLayout" Target="/ppt/slideLayouts/slideLayout2.xml" Id="R6241e9bc417042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41e9bc417042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2c17b16b914a08" /><Relationship Type="http://schemas.openxmlformats.org/officeDocument/2006/relationships/notesSlide" Target="/ppt/notesSlides/notesSlide1.xml" Id="R7f180af7b41e42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f1eff4f3244852" /><Relationship Type="http://schemas.openxmlformats.org/officeDocument/2006/relationships/notesSlide" Target="/ppt/notesSlides/notesSlide2.xml" Id="R6ac86d93cc2a40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e134756a934875" /><Relationship Type="http://schemas.openxmlformats.org/officeDocument/2006/relationships/notesSlide" Target="/ppt/notesSlides/notesSlide3.xml" Id="Rb4d78fc743914a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ec66a86b584b96" /><Relationship Type="http://schemas.openxmlformats.org/officeDocument/2006/relationships/image" Target="/ppt/media/image.png" Id="Rcf128b08314f4e4f" /><Relationship Type="http://schemas.openxmlformats.org/officeDocument/2006/relationships/notesSlide" Target="/ppt/notesSlides/notesSlide4.xml" Id="Rd0e68db5e7b344d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5b7395b3594232" /><Relationship Type="http://schemas.openxmlformats.org/officeDocument/2006/relationships/image" Target="/ppt/media/image2.png" Id="Rc353ec1a7b304847" /><Relationship Type="http://schemas.openxmlformats.org/officeDocument/2006/relationships/notesSlide" Target="/ppt/notesSlides/notesSlide5.xml" Id="R1c14ca40521342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5b8a166ea04a11" /><Relationship Type="http://schemas.openxmlformats.org/officeDocument/2006/relationships/image" Target="/ppt/media/image3.png" Id="R1eca9cc1ea534932" /><Relationship Type="http://schemas.openxmlformats.org/officeDocument/2006/relationships/notesSlide" Target="/ppt/notesSlides/notesSlide6.xml" Id="R7443a7e2318e4a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a932bd3c904c89" /><Relationship Type="http://schemas.openxmlformats.org/officeDocument/2006/relationships/notesSlide" Target="/ppt/notesSlides/notesSlide7.xml" Id="R70e3219cb65f43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203dbd620440aa" /><Relationship Type="http://schemas.openxmlformats.org/officeDocument/2006/relationships/notesSlide" Target="/ppt/notesSlides/notesSlide8.xml" Id="Rdaa48332f5264c0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2FC62C6-146A-44EC-A519-2DD89236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80D25308-2E96-42E4-BB14-0F8C84F9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9ED1D3F3-D531-456B-84C8-68C3EEDA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A6DA1B04-8221-4E4E-AFFD-884CB718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2DC50C7E-6475-422E-AA82-2790D3D7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301202E5-C3AC-4EF8-AC33-6908315E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A8F153A7-D706-4F0E-AB10-2CA2AC43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87AD1827-E40C-4FA9-B9E0-75D28FF3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19944834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74C47A-1564-40FD-9A53-10883221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CC45660-3A20-4D30-8C64-5FF81BFD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FFF83B3E-9974-47C7-96B5-9A989053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79A10AC3-E114-4707-B63B-A774EE2A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4771DFA0-2B33-49CF-8167-498109FB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03A4AF6B-BC01-42AD-9EFC-5BD113AA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FF352737-AE31-4E9B-B95F-1BD4E007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404DD6BE-1DB0-45A3-BF76-1B3F04E9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574ADE4F-7A25-4B5A-BA12-94DAD9D2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9B5913DB-7380-4C43-B81E-0361AD05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D09B7FE2-332B-4DAE-B351-D4E821B9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6B32CF6B-048A-4041-99F4-6164660C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60B6A94D-9A18-4811-ACFC-3D585FE2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838C8E7A-B139-4483-8C45-31AE1F0E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7868293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53F6DD-92E9-4BF0-81A8-728A8906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0BCACF8-F88D-44CD-8734-1A0CB4F4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B27176EB-09B6-415E-B01D-1E0E5934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6FACCED3-7166-45EE-9529-500732A1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B3F87F2C-DAFB-4D5F-80AF-927D5F7E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Most candidate iterations: 3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E82BBF2A-209C-4AC2-A41C-0117D9DF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Promising candidates: 10 training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5640E5C8-86FE-4E7C-9416-1916E72E1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Final training-split validation: 13 traces</a:t>
            </a:r>
          </a:p>
        </p:txBody>
      </p:sp>
      <p:sp>
        <p:nvSpPr>
          <p:cNvPr id="8" name="bullet-5">
            <a:extLst xmlns:a="http://schemas.openxmlformats.org/drawingml/2006/main">
              <a:ext uri="{FF2B5EF4-FFF2-40B4-BE49-F238E27FC236}">
                <a16:creationId xmlns:a16="http://schemas.microsoft.com/office/drawing/2014/main" id="{987D2E4A-29C5-4CB5-A6D3-C7206CE6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B3E913AC-5D80-4CAA-AC1F-B231CE7D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10" name="bullet-1">
            <a:extLst xmlns:a="http://schemas.openxmlformats.org/drawingml/2006/main">
              <a:ext uri="{FF2B5EF4-FFF2-40B4-BE49-F238E27FC236}">
                <a16:creationId xmlns:a16="http://schemas.microsoft.com/office/drawing/2014/main" id="{4345BD07-C5C5-4433-B930-5942213E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BBC52DB9-87A7-4E5A-8864-E5E0F9C4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432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Minimum check: beat the worse prefetcher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EAA7347F-125D-4A54-A962-CD1B51B6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Simple routers: WinnerTakeAll, OneShotFit, AthenaMAB</a:t>
            </a:r>
          </a:p>
        </p:txBody>
      </p:sp>
      <p:sp>
        <p:nvSpPr>
          <p:cNvPr id="13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62BD5987-8A7B-4731-BF17-8B3971EF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local artifacts.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813531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C42E3C-D740-4056-A1C1-787CC818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6AF53AA-FF7C-4871-8C71-A4E2B387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Error bars are trace-bootstrap 95% CIs.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28b08314f4e4f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68611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5DD3A3-0B78-46AC-80AE-BBE9ACF2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C5DA9FA-12DF-4549-8ED0-07F0DE05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Horizontal bars compare MLOP, SPP+PPF, MoP-V1, and MoP-V2 on each heldout trace.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3ec1a7b304847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3019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C61091-2E91-48DD-B239-5F4929A7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A59BB9E-1737-4055-9064-05250A8F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Faint dashed lines are score-selected incumbent IPC. Solid lines are best IPC seen so far.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a9cc1ea534932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7236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EEEE16-F478-43B1-B90F-E1B88E1D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9C69878-9F3F-4EB9-84E3-857E2E8C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 Weighted score combines best-expert closeness, IPC, weaker-prefetcher margin, and tail-loss penalties.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978CA6D3-DDE6-45AC-A382-B2D2253D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45C0F5D5-E839-4464-B3CC-9E293A37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73459FE7-C894-464F-BEEF-BD5182AE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222DB438-EBA6-49DB-9E4B-59AAE269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D86D1D9E-8128-4C3F-9381-6C1B9D2E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D10DDBE0-AB2C-4646-80CA-5A75E9EC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4BAA111B-DF12-4991-9CE2-B973106B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CB3F32D7-7218-48AA-B9D9-F98B7F32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31499375-5758-43C1-A9AE-09B756B3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381FA29B-5E8A-47C1-A4DA-179870D5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38EFDF14-6075-4A7A-9FFF-12FA8446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Invalid or crashed candidates received the configured failure score and stayed in the audit ledger.</a:t>
            </a:r>
          </a:p>
        </p:txBody>
      </p:sp>
    </p:spTree>
    <p:extLst>
      <p:ext uri="{BB962C8B-B14F-4D97-AF65-F5344CB8AC3E}">
        <p14:creationId xmlns:p14="http://schemas.microsoft.com/office/powerpoint/2010/main" val="7557660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17DF28-4613-4F42-8EE4-89312101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54237075-E376-4A1D-8E45-347647D3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0981D791-1B51-48BB-AC0F-86D56E61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CCAA2681-9089-4796-951C-935D3F1D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803CF45C-B1F1-414F-BCC4-59B8471D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5D30B09C-F53C-4396-B628-8AB7068A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4B6AA880-2730-4A38-AE86-CC2D2AB5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59381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2026-04-30T14:47:29.7200000Z</dcterms:created>
  <dcterms:modified xsi:type="dcterms:W3CDTF">2026-04-30T14:47:29.7200000Z</dcterms:modified>
</coreProperties>
</file>