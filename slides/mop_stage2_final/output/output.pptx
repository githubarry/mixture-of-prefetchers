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2aba1006414a8f" /><Relationship Type="http://schemas.openxmlformats.org/officeDocument/2006/relationships/extended-properties" Target="/docProps/app.xml" Id="Re0db484e0ced4905" /><Relationship Type="http://schemas.openxmlformats.org/officeDocument/2006/relationships/officeDocument" Target="/ppt/presentation.xml" Id="R08c0776957c245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83ce269f5944ed"/>
  </p:sldMasterIdLst>
  <p:notesMasterIdLst>
    <p:notesMasterId xmlns:r="http://schemas.openxmlformats.org/officeDocument/2006/relationships" r:id="Rb25610d4f2614833"/>
  </p:notesMasterIdLst>
  <p:sldIdLst>
    <p:sldId xmlns:r="http://schemas.openxmlformats.org/officeDocument/2006/relationships" id="256" r:id="R768e5260a039488b"/>
    <p:sldId xmlns:r="http://schemas.openxmlformats.org/officeDocument/2006/relationships" id="257" r:id="R34448978551f4506"/>
    <p:sldId xmlns:r="http://schemas.openxmlformats.org/officeDocument/2006/relationships" id="258" r:id="Rdefb8498b2ea46ba"/>
    <p:sldId xmlns:r="http://schemas.openxmlformats.org/officeDocument/2006/relationships" id="259" r:id="Rd6c1a7e1d9644e42"/>
    <p:sldId xmlns:r="http://schemas.openxmlformats.org/officeDocument/2006/relationships" id="260" r:id="Rda8782502f0140b2"/>
    <p:sldId xmlns:r="http://schemas.openxmlformats.org/officeDocument/2006/relationships" id="261" r:id="R62c8d1ea175d4b8b"/>
    <p:sldId xmlns:r="http://schemas.openxmlformats.org/officeDocument/2006/relationships" id="262" r:id="R38d5d737f08042a3"/>
    <p:sldId xmlns:r="http://schemas.openxmlformats.org/officeDocument/2006/relationships" id="263" r:id="Ra03fadf2bae44ee5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83ce269f5944ed" /><Relationship Type="http://schemas.openxmlformats.org/officeDocument/2006/relationships/theme" Target="/ppt/theme/theme1.xml" Id="R01f7ae1a76a2430c" /><Relationship Type="http://schemas.openxmlformats.org/officeDocument/2006/relationships/notesMaster" Target="/ppt/notesMasters/notesMaster1.xml" Id="Rb25610d4f2614833" /><Relationship Type="http://schemas.openxmlformats.org/officeDocument/2006/relationships/presProps" Target="/ppt/presProps.xml" Id="R0840b0b6db5041ce" /><Relationship Type="http://schemas.openxmlformats.org/officeDocument/2006/relationships/viewProps" Target="/ppt/viewProps.xml" Id="R57b1573807ba4a08" /><Relationship Type="http://schemas.openxmlformats.org/officeDocument/2006/relationships/tableStyles" Target="/ppt/tableStyles.xml" Id="R723e702e18774e74" /><Relationship Type="http://schemas.openxmlformats.org/officeDocument/2006/relationships/slide" Target="/ppt/slides/slide1.xml" Id="R768e5260a039488b" /><Relationship Type="http://schemas.openxmlformats.org/officeDocument/2006/relationships/slide" Target="/ppt/slides/slide2.xml" Id="R34448978551f4506" /><Relationship Type="http://schemas.openxmlformats.org/officeDocument/2006/relationships/slide" Target="/ppt/slides/slide3.xml" Id="Rdefb8498b2ea46ba" /><Relationship Type="http://schemas.openxmlformats.org/officeDocument/2006/relationships/slide" Target="/ppt/slides/slide4.xml" Id="Rd6c1a7e1d9644e42" /><Relationship Type="http://schemas.openxmlformats.org/officeDocument/2006/relationships/slide" Target="/ppt/slides/slide5.xml" Id="Rda8782502f0140b2" /><Relationship Type="http://schemas.openxmlformats.org/officeDocument/2006/relationships/slide" Target="/ppt/slides/slide6.xml" Id="R62c8d1ea175d4b8b" /><Relationship Type="http://schemas.openxmlformats.org/officeDocument/2006/relationships/slide" Target="/ppt/slides/slide7.xml" Id="R38d5d737f08042a3" /><Relationship Type="http://schemas.openxmlformats.org/officeDocument/2006/relationships/slide" Target="/ppt/slides/slide8.xml" Id="Ra03fadf2bae44e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4a5dde6072b4b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00860a2d824e81" /><Relationship Type="http://schemas.openxmlformats.org/officeDocument/2006/relationships/notesMaster" Target="/ppt/notesMasters/notesMaster1.xml" Id="Rb764c4895b8841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42d57926d84260" /><Relationship Type="http://schemas.openxmlformats.org/officeDocument/2006/relationships/notesMaster" Target="/ppt/notesMasters/notesMaster1.xml" Id="Rf5f96af6688d49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7c8ad7a20f453a" /><Relationship Type="http://schemas.openxmlformats.org/officeDocument/2006/relationships/notesMaster" Target="/ppt/notesMasters/notesMaster1.xml" Id="R9c992642103f4a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04a77b79a843b7" /><Relationship Type="http://schemas.openxmlformats.org/officeDocument/2006/relationships/notesMaster" Target="/ppt/notesMasters/notesMaster1.xml" Id="Redd039e56f7d42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ef58974f88477f" /><Relationship Type="http://schemas.openxmlformats.org/officeDocument/2006/relationships/notesMaster" Target="/ppt/notesMasters/notesMaster1.xml" Id="Rf238d9b6d45c4c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a48d96f5864557" /><Relationship Type="http://schemas.openxmlformats.org/officeDocument/2006/relationships/notesMaster" Target="/ppt/notesMasters/notesMaster1.xml" Id="Rbf1eca0e53a143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e38e1fb5bd402a" /><Relationship Type="http://schemas.openxmlformats.org/officeDocument/2006/relationships/notesMaster" Target="/ppt/notesMasters/notesMaster1.xml" Id="Rcb11a3164ba44b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e6eff1f178431d" /><Relationship Type="http://schemas.openxmlformats.org/officeDocument/2006/relationships/notesMaster" Target="/ppt/notesMasters/notesMaster1.xml" Id="R04f379719ffb4d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996d75020e439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761aa4a279c40d8" /><Relationship Type="http://schemas.openxmlformats.org/officeDocument/2006/relationships/slideLayout" Target="/ppt/slideLayouts/slideLayout2.xml" Id="Rcb5a31b04c2744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5a31b04c2744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5edcd4c3694137" /><Relationship Type="http://schemas.openxmlformats.org/officeDocument/2006/relationships/notesSlide" Target="/ppt/notesSlides/notesSlide1.xml" Id="R17f262b0389349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46f5be5b394516" /><Relationship Type="http://schemas.openxmlformats.org/officeDocument/2006/relationships/notesSlide" Target="/ppt/notesSlides/notesSlide2.xml" Id="R1d464e414cb64f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2493ee8f74a94" /><Relationship Type="http://schemas.openxmlformats.org/officeDocument/2006/relationships/notesSlide" Target="/ppt/notesSlides/notesSlide3.xml" Id="R3aff244ee98045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bde19260f5480e" /><Relationship Type="http://schemas.openxmlformats.org/officeDocument/2006/relationships/image" Target="/ppt/media/image.png" Id="R5f476c87da05456e" /><Relationship Type="http://schemas.openxmlformats.org/officeDocument/2006/relationships/notesSlide" Target="/ppt/notesSlides/notesSlide4.xml" Id="Rf56c01566a864d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cbb7bbe4684bba" /><Relationship Type="http://schemas.openxmlformats.org/officeDocument/2006/relationships/image" Target="/ppt/media/image2.png" Id="R27936e6d041e472e" /><Relationship Type="http://schemas.openxmlformats.org/officeDocument/2006/relationships/notesSlide" Target="/ppt/notesSlides/notesSlide5.xml" Id="R83b9ee9ef0ae43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62fa42305a4826" /><Relationship Type="http://schemas.openxmlformats.org/officeDocument/2006/relationships/image" Target="/ppt/media/image3.png" Id="R7929cb69b5e24f2d" /><Relationship Type="http://schemas.openxmlformats.org/officeDocument/2006/relationships/notesSlide" Target="/ppt/notesSlides/notesSlide6.xml" Id="Rcc561963bd4141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5dbc6257a14b94" /><Relationship Type="http://schemas.openxmlformats.org/officeDocument/2006/relationships/notesSlide" Target="/ppt/notesSlides/notesSlide7.xml" Id="R1c5afac9280b4f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9d6f9a2fb145e6" /><Relationship Type="http://schemas.openxmlformats.org/officeDocument/2006/relationships/notesSlide" Target="/ppt/notesSlides/notesSlide8.xml" Id="R3f02e7a0a28c4d2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60FFA0A-333B-468E-8901-C9A2AFBE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71DE660D-9389-4F27-88CA-FAC2C031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9B93E9C0-CF34-439E-9590-9493746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0AAF37FD-77CB-4533-8B69-59A58534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2B932005-22B0-4172-9425-E9261DA9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CAE2C728-3CAD-4994-81FF-8F66CEAC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F4A9B5A4-210E-48D6-ABFB-5372162D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40D1322E-2844-4E8A-8C7C-FFF89815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4179692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D178BB-7B07-42A3-93FC-C7985375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5799322-1B42-499F-945B-92CB1A11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17CCB4D7-FC6A-401F-9919-11EB9842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F9AD71F2-DDBA-4C6B-BF95-826AF075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A7D4EAD4-C1E8-492A-ADCF-2EB29ACD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E3D5F164-E9B2-44C6-A5A6-E520D86C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45B542EB-933B-437C-B138-1BECB666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94CAD20E-C55D-4FEF-8DE1-8DF88FF1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52BFD17-61FC-49D5-8D18-FBF8E878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C4CCAA17-C083-476C-9014-E8A580A1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9C5E9F15-9415-4030-B667-2CF2EF2A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51936781-1DC6-488E-B637-37ECDA21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2F3E9E49-2BBA-45D4-A0BD-B2CA2634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5C737E06-57CB-4C1C-A698-AC9D61C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16122283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268A0B-5BAF-4735-9A17-4D2F2593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AD8944F-0B39-48FA-986B-5D010C0A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B0059973-B5A0-44A6-80B4-85071574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8935F293-7747-4895-BD10-65EDA6F8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6287FC2B-F3CD-4AB0-9632-06D49372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Most candidate iterations: 3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80C7DD1D-A8FE-444D-8340-D941A75F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Promising candidates: 10 training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C02A6667-B152-46B3-B51F-EA6BE26C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Final training-split validation: 13 traces</a:t>
            </a:r>
          </a:p>
        </p:txBody>
      </p:sp>
      <p:sp>
        <p:nvSpPr>
          <p:cNvPr id="8" name="bullet-5">
            <a:extLst xmlns:a="http://schemas.openxmlformats.org/drawingml/2006/main">
              <a:ext uri="{FF2B5EF4-FFF2-40B4-BE49-F238E27FC236}">
                <a16:creationId xmlns:a16="http://schemas.microsoft.com/office/drawing/2014/main" id="{FF989ABB-33A4-4210-B375-0FE64E18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1545D795-A88F-4F3D-8BBE-37CFF014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505ACA83-8A95-4F91-ABA4-F99FAADB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FE15165E-B372-46D6-8BB6-BE346041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WinnerTakeAll: use the previous-epoch winner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50F3EE28-0CA0-4453-96AE-0F413DC2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813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OneShotFit: probe once, then keep the early winner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1B64E281-5F2F-4723-B330-93F96769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576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AthenaMAB: Athena's bandit router baseline</a:t>
            </a:r>
          </a:p>
        </p:txBody>
      </p:sp>
      <p:sp>
        <p:nvSpPr>
          <p:cNvPr id="14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6ECC0A02-EB8D-4450-BE58-FC79CDD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24950"/>
            <a:ext cx="16535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simulator evidence in the submitted artifact.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6203168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4E7FDF-D6E3-4603-82F9-03397810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AD7720E-7D52-47E3-80CD-61D5F500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Dark blue marks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76c87da05456e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87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EC6F11-44E8-43E9-AA74-1FB5149B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B3BD76B-45DE-40F8-943B-B3737F70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Each trace row is ordered Expert 1, Expert 2, MoP-V1, then MoP-V2.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36e6d041e472e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9558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24BCA0-9BDE-4B56-8767-F1C98816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5F113EC-DDEA-4ACC-91B3-DB18982F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Faint dashed lines are score-selected incumbent IPC. Solid lines are best IPC seen so far.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9cb69b5e24f2d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11191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6A4A15-0DE5-4199-B46F-B1567DD3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54F2867-69DA-4BE1-9D7A-1F91196B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 Weighted score combines best-expert closeness, IPC, weaker-prefetcher margin, and tail-loss penalties.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811F8901-E9E9-4F09-9284-CA07E0B6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59603BFB-D2D2-49BF-BA14-4804AC31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7CA08B62-45E2-4571-9DF8-D07FDDAC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F829D3B0-9429-4A36-BEEC-6820EDA2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2A0A1D64-6C56-4AAA-BE3C-AE7166E8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E81CEB81-707D-4F91-A842-D355FFD5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DCDF2228-3BCE-4157-802C-20E8902D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0801D6A1-D144-462A-A7CE-630277ED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10F21A01-B832-408C-9770-CD2EE000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EFE8CDBF-C764-4679-8375-4114D903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964DCE75-D3D7-43D7-AE7F-E33863E3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Invalid or crashed candidates received the configured failure score and stayed in the audit ledger.</a:t>
            </a:r>
          </a:p>
        </p:txBody>
      </p:sp>
    </p:spTree>
    <p:extLst>
      <p:ext uri="{BB962C8B-B14F-4D97-AF65-F5344CB8AC3E}">
        <p14:creationId xmlns:p14="http://schemas.microsoft.com/office/powerpoint/2010/main" val="168207950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7F2D80-59AF-4CBD-B4AE-176B1109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BA60B06B-71D7-40B6-AB24-0BF5E028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52B513DC-4ECC-4FEE-BC0C-A50CB37E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2F089840-0FA2-419A-A4B7-D9709555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8B55C34C-7AFC-455F-9924-01AFBE1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8FFE7DAF-740C-46F2-8DA3-3CBBF913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A5D7D28B-6BD7-4165-9F17-64D3F5D9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48345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2026-04-30T15:23:01.7840000Z</dcterms:created>
  <dcterms:modified xsi:type="dcterms:W3CDTF">2026-04-30T15:23:01.7840000Z</dcterms:modified>
</coreProperties>
</file>