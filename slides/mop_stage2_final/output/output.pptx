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68f93cbe47426f" /><Relationship Type="http://schemas.openxmlformats.org/officeDocument/2006/relationships/extended-properties" Target="/docProps/app.xml" Id="Rd6d3601e54e749db" /><Relationship Type="http://schemas.openxmlformats.org/officeDocument/2006/relationships/officeDocument" Target="/ppt/presentation.xml" Id="Rd180a8563afe41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170f4e879a4431"/>
  </p:sldMasterIdLst>
  <p:notesMasterIdLst>
    <p:notesMasterId xmlns:r="http://schemas.openxmlformats.org/officeDocument/2006/relationships" r:id="R8ba617c061674374"/>
  </p:notesMasterIdLst>
  <p:sldIdLst>
    <p:sldId xmlns:r="http://schemas.openxmlformats.org/officeDocument/2006/relationships" id="256" r:id="Rac9557befb54452a"/>
    <p:sldId xmlns:r="http://schemas.openxmlformats.org/officeDocument/2006/relationships" id="257" r:id="R59a12d5cb18546c4"/>
    <p:sldId xmlns:r="http://schemas.openxmlformats.org/officeDocument/2006/relationships" id="258" r:id="R50b452e567ca43dc"/>
    <p:sldId xmlns:r="http://schemas.openxmlformats.org/officeDocument/2006/relationships" id="259" r:id="Rf841a50505c64095"/>
    <p:sldId xmlns:r="http://schemas.openxmlformats.org/officeDocument/2006/relationships" id="260" r:id="R312515d041964809"/>
    <p:sldId xmlns:r="http://schemas.openxmlformats.org/officeDocument/2006/relationships" id="261" r:id="R57cade09845a49b5"/>
    <p:sldId xmlns:r="http://schemas.openxmlformats.org/officeDocument/2006/relationships" id="262" r:id="Rb8a2c73d4fd04b3e"/>
    <p:sldId xmlns:r="http://schemas.openxmlformats.org/officeDocument/2006/relationships" id="263" r:id="R13c346cc22054c7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170f4e879a4431" /><Relationship Type="http://schemas.openxmlformats.org/officeDocument/2006/relationships/theme" Target="/ppt/theme/theme1.xml" Id="Rabf2b53717c54042" /><Relationship Type="http://schemas.openxmlformats.org/officeDocument/2006/relationships/notesMaster" Target="/ppt/notesMasters/notesMaster1.xml" Id="R8ba617c061674374" /><Relationship Type="http://schemas.openxmlformats.org/officeDocument/2006/relationships/presProps" Target="/ppt/presProps.xml" Id="R16515c5dcd9e45c1" /><Relationship Type="http://schemas.openxmlformats.org/officeDocument/2006/relationships/viewProps" Target="/ppt/viewProps.xml" Id="R3082f1b8ea0549f3" /><Relationship Type="http://schemas.openxmlformats.org/officeDocument/2006/relationships/tableStyles" Target="/ppt/tableStyles.xml" Id="Rb4566381871b4e1a" /><Relationship Type="http://schemas.openxmlformats.org/officeDocument/2006/relationships/slide" Target="/ppt/slides/slide1.xml" Id="Rac9557befb54452a" /><Relationship Type="http://schemas.openxmlformats.org/officeDocument/2006/relationships/slide" Target="/ppt/slides/slide2.xml" Id="R59a12d5cb18546c4" /><Relationship Type="http://schemas.openxmlformats.org/officeDocument/2006/relationships/slide" Target="/ppt/slides/slide3.xml" Id="R50b452e567ca43dc" /><Relationship Type="http://schemas.openxmlformats.org/officeDocument/2006/relationships/slide" Target="/ppt/slides/slide4.xml" Id="Rf841a50505c64095" /><Relationship Type="http://schemas.openxmlformats.org/officeDocument/2006/relationships/slide" Target="/ppt/slides/slide5.xml" Id="R312515d041964809" /><Relationship Type="http://schemas.openxmlformats.org/officeDocument/2006/relationships/slide" Target="/ppt/slides/slide6.xml" Id="R57cade09845a49b5" /><Relationship Type="http://schemas.openxmlformats.org/officeDocument/2006/relationships/slide" Target="/ppt/slides/slide7.xml" Id="Rb8a2c73d4fd04b3e" /><Relationship Type="http://schemas.openxmlformats.org/officeDocument/2006/relationships/slide" Target="/ppt/slides/slide8.xml" Id="R13c346cc22054c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373782112024b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5bc6a62646413c" /><Relationship Type="http://schemas.openxmlformats.org/officeDocument/2006/relationships/notesMaster" Target="/ppt/notesMasters/notesMaster1.xml" Id="Rce61c0b9bffa49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17062e52a94374" /><Relationship Type="http://schemas.openxmlformats.org/officeDocument/2006/relationships/notesMaster" Target="/ppt/notesMasters/notesMaster1.xml" Id="R1307b3b10b674e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287b13eaae46a6" /><Relationship Type="http://schemas.openxmlformats.org/officeDocument/2006/relationships/notesMaster" Target="/ppt/notesMasters/notesMaster1.xml" Id="R6878a306c0124d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cd7c9c3d2c4f24" /><Relationship Type="http://schemas.openxmlformats.org/officeDocument/2006/relationships/notesMaster" Target="/ppt/notesMasters/notesMaster1.xml" Id="R096d1689b8ef4d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e5e6ab80324c49" /><Relationship Type="http://schemas.openxmlformats.org/officeDocument/2006/relationships/notesMaster" Target="/ppt/notesMasters/notesMaster1.xml" Id="R06ef973223ea42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7b048c3f224227" /><Relationship Type="http://schemas.openxmlformats.org/officeDocument/2006/relationships/notesMaster" Target="/ppt/notesMasters/notesMaster1.xml" Id="R2abe5e0166684b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d4d3e46cf24c68" /><Relationship Type="http://schemas.openxmlformats.org/officeDocument/2006/relationships/notesMaster" Target="/ppt/notesMasters/notesMaster1.xml" Id="R9daa7c4ad1cb4e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0ddbc4fdb7405b" /><Relationship Type="http://schemas.openxmlformats.org/officeDocument/2006/relationships/notesMaster" Target="/ppt/notesMasters/notesMaster1.xml" Id="Rda4924ac69854c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8cf28de8e473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7dd22d484fb4a05" /><Relationship Type="http://schemas.openxmlformats.org/officeDocument/2006/relationships/slideLayout" Target="/ppt/slideLayouts/slideLayout2.xml" Id="R819801fc8fbf45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9801fc8fbf45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d6fc5b1dc6420f" /><Relationship Type="http://schemas.openxmlformats.org/officeDocument/2006/relationships/notesSlide" Target="/ppt/notesSlides/notesSlide1.xml" Id="Rbaf826382a724b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3ee1e4195f4973" /><Relationship Type="http://schemas.openxmlformats.org/officeDocument/2006/relationships/notesSlide" Target="/ppt/notesSlides/notesSlide2.xml" Id="R588c899d622a4d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5f9600faa442de" /><Relationship Type="http://schemas.openxmlformats.org/officeDocument/2006/relationships/notesSlide" Target="/ppt/notesSlides/notesSlide3.xml" Id="R574d3859ec6a45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a7594232f445bb" /><Relationship Type="http://schemas.openxmlformats.org/officeDocument/2006/relationships/image" Target="/ppt/media/image.png" Id="R11c367ce4b6e4b3f" /><Relationship Type="http://schemas.openxmlformats.org/officeDocument/2006/relationships/notesSlide" Target="/ppt/notesSlides/notesSlide4.xml" Id="R442adf661a8344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2f6aec0e7d4127" /><Relationship Type="http://schemas.openxmlformats.org/officeDocument/2006/relationships/image" Target="/ppt/media/image2.png" Id="R830889b29eb542e1" /><Relationship Type="http://schemas.openxmlformats.org/officeDocument/2006/relationships/notesSlide" Target="/ppt/notesSlides/notesSlide5.xml" Id="Rf5cad3a85cdc42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7a72886d8e42a2" /><Relationship Type="http://schemas.openxmlformats.org/officeDocument/2006/relationships/image" Target="/ppt/media/image3.png" Id="R42c749d950fa4ed3" /><Relationship Type="http://schemas.openxmlformats.org/officeDocument/2006/relationships/notesSlide" Target="/ppt/notesSlides/notesSlide6.xml" Id="Rd5fb5c1ee15e45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133fc89a0b4f7e" /><Relationship Type="http://schemas.openxmlformats.org/officeDocument/2006/relationships/notesSlide" Target="/ppt/notesSlides/notesSlide7.xml" Id="R41c8c4af8c2145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4dfa33eb734344" /><Relationship Type="http://schemas.openxmlformats.org/officeDocument/2006/relationships/notesSlide" Target="/ppt/notesSlides/notesSlide8.xml" Id="Rf163443e880540c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0EA62E4-7750-434C-98FC-D29E33FA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886D8F07-FE6F-446D-AF11-1B5496B4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11A22A2E-A8E2-4B85-A244-AD6C3198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L2C router that closes the train-window gap and clears no-prefetch on heldout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13B79BF9-37AE-4BC1-A872-12DFA627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0.9829x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9BA32388-34CE-4EC9-874F-6F8A27B6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train-window vs pair-best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4CD5EF8E-787B-4703-9728-3C113759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B1AB6730-B1AA-433F-9FE5-A8D9B660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heldout vs no-prefetch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C2E575A8-3BB8-4141-9931-2FC56350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Stage 2 OpenEvolve report</a:t>
            </a:r>
          </a:p>
        </p:txBody>
      </p:sp>
    </p:spTree>
    <p:extLst>
      <p:ext uri="{BB962C8B-B14F-4D97-AF65-F5344CB8AC3E}">
        <p14:creationId xmlns:p14="http://schemas.microsoft.com/office/powerpoint/2010/main" val="8180216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78550E-6D47-47AF-81B1-ADD41B13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394E504-E6B8-456B-A18B-C00F826E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stays the simulator and prefetcher substrate; MoP is the coordination layer and evaluation harness.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F288A7E3-75D4-4D52-8F5F-37A34B22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230F9A4A-5953-442A-82AC-BBB11262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9711FD4D-451B-4D59-B6A0-4201C0E1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51E1D279-EE49-43FD-BEAB-DDFF00F5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68A7AB09-C2F5-4E13-9C70-4466BEEF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2724E56D-A153-4A06-92C7-8B378D99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Router aliases V0 through V1.3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B29404B5-10BE-4663-B7AD-39CAD03E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action logging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2825CDB2-730D-4E62-9CEE-CD3807AD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Budget and sticky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F9C1B792-A3E5-4B5C-B8B9-05022490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Evaluation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5A2D2B2F-0D5E-4E62-B8B9-AD45A9AF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Official train/heldout split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6ACE32F8-BEA3-4298-94A5-CE343DFD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7A71F389-5817-452E-988A-E20C658A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Parser-preserving report assets</a:t>
            </a:r>
          </a:p>
        </p:txBody>
      </p:sp>
    </p:spTree>
    <p:extLst>
      <p:ext uri="{BB962C8B-B14F-4D97-AF65-F5344CB8AC3E}">
        <p14:creationId xmlns:p14="http://schemas.microsoft.com/office/powerpoint/2010/main" val="3914556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5BB1E6-4945-45C4-B122-247B318E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pair-best first, no-prefetch second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1F54DB8-C21B-46BA-86E6-8E3FFBB7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EDA0665C-583F-456F-A2BB-FDF20A57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344F61F1-F31B-447D-9228-47F0266D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F738B29F-9B6F-44FF-9CAC-44C2D5A7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17 train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FB809046-68E7-4128-8F17-A6120453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7 heldout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8DC3E127-44B2-4940-B8D5-E982339A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Heldout used after selection freeze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EB6313DC-0DC6-4647-8469-820B0F74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Primary comparator: pair-best single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1899866A-5ABE-4EC7-B6AE-8F5BDC06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Secondary comparator: no-prefetch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19AA9595-709E-4315-873F-E58B089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Practical floor: weaker expert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C351FA87-E26D-4434-86C4-18176435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coordinators: WinnerTakeAll, OneShotFit, AthenaMAB</a:t>
            </a:r>
          </a:p>
        </p:txBody>
      </p:sp>
    </p:spTree>
    <p:extLst>
      <p:ext uri="{BB962C8B-B14F-4D97-AF65-F5344CB8AC3E}">
        <p14:creationId xmlns:p14="http://schemas.microsoft.com/office/powerpoint/2010/main" val="8468326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6972A5-8911-4C97-8B5B-A268211F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train-window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D910EE9-E821-420E-95AD-FA782B78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The same MLOP + SPP+PPF pair is compared before and after OpenEvolve.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367ce4b6e4b3f"/>
          <a:stretch xmlns:a="http://schemas.openxmlformats.org/drawingml/2006/main"/>
        </p:blipFill>
        <p:spPr>
          <a:xfrm xmlns:a="http://schemas.openxmlformats.org/drawingml/2006/main">
            <a:off x="666750" y="2002155"/>
            <a:ext cx="16954500" cy="74599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90622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6430AB-7751-4F91-8FEF-3BED147A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the balanced-router story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ABF3F0C-19AC-4B22-98F4-C7FF36BC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The router clears no-prefetch in geomean and remains below the stronger single expert.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889b29eb542e1"/>
          <a:stretch xmlns:a="http://schemas.openxmlformats.org/drawingml/2006/main"/>
        </p:blipFill>
        <p:spPr>
          <a:xfrm xmlns:a="http://schemas.openxmlformats.org/drawingml/2006/main">
            <a:off x="1023754" y="1710690"/>
            <a:ext cx="16240491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3762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58D88E-AAC3-4CA5-B458-3568B8CC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Three model sweeps found nearby policies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62091A5-FAF8-467D-A537-AD773ED2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Scaled search improved the cheap screen, and wider confirmation kept the frozen seed.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c749d950fa4ed3"/>
          <a:stretch xmlns:a="http://schemas.openxmlformats.org/drawingml/2006/main"/>
        </p:blipFill>
        <p:spPr>
          <a:xfrm xmlns:a="http://schemas.openxmlformats.org/drawingml/2006/main">
            <a:off x="666750" y="2495377"/>
            <a:ext cx="16954500" cy="647353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883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94FC69-4FF5-47D0-9AE0-8E6C61A2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E770028-B24A-4BAA-AE31-330666A1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were allowed to change only a literal policy dictionary.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78522323-F737-476D-AAA2-59F10889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EC1EC770-7C0D-4F0D-A265-842BA384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620BAA25-EF16-4F09-9284-CA4F55F2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4A7DF3F2-9C45-4AB5-8064-8A835F4F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Sticky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C2AF8E94-8693-45B2-B2EE-875B51A7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94DA4864-2E57-464C-979B-2F01DD04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575EC8A1-67EE-4D33-B3AC-DF256411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SIGBUS rows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791B5648-9442-4D5A-B57A-DC3AB317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E26C23C4-C408-4574-AC1F-99086C64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86D19A15-E552-4942-B886-A1E33998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</p:spTree>
    <p:extLst>
      <p:ext uri="{BB962C8B-B14F-4D97-AF65-F5344CB8AC3E}">
        <p14:creationId xmlns:p14="http://schemas.microsoft.com/office/powerpoint/2010/main" val="7817097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F305AC-C119-4131-8C8C-1D267CFC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Defensible claims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54A95B-DAE1-4485-BEBE-74E56F2C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EFFE83F0-4AAA-4D60-A91F-00C2844C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Stage 2 improved the Stage 1 router family on train-window evidence.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94880F7A-8B88-4400-8BC0-67CE90CD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selected router beats no-prefetch in train-window and heldout geomean.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69D0B22F-086A-4616-B362-5A8AAD29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selected router beats simple coordination baselines on the 13-trace train-window surface.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0A647AB1-0875-4783-985E-893E29A6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Pair-best single remains the upper comparator, which keeps the claim honest.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D4A337C2-6934-4858-AE3A-9B78F941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final artifacts preserve raw metric paths, ledgers, configs, and generated figures.</a:t>
            </a:r>
          </a:p>
        </p:txBody>
      </p:sp>
    </p:spTree>
    <p:extLst>
      <p:ext uri="{BB962C8B-B14F-4D97-AF65-F5344CB8AC3E}">
        <p14:creationId xmlns:p14="http://schemas.microsoft.com/office/powerpoint/2010/main" val="18110746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2026-04-30T01:51:16.9900000Z</dcterms:created>
  <dcterms:modified xsi:type="dcterms:W3CDTF">2026-04-30T01:51:16.9900000Z</dcterms:modified>
</coreProperties>
</file>